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84" r:id="rId13"/>
    <p:sldId id="268" r:id="rId14"/>
    <p:sldId id="283" r:id="rId15"/>
    <p:sldId id="285" r:id="rId16"/>
    <p:sldId id="271" r:id="rId17"/>
    <p:sldId id="272" r:id="rId18"/>
    <p:sldId id="286" r:id="rId19"/>
    <p:sldId id="287" r:id="rId20"/>
    <p:sldId id="273" r:id="rId21"/>
    <p:sldId id="274" r:id="rId22"/>
    <p:sldId id="276" r:id="rId23"/>
    <p:sldId id="277" r:id="rId24"/>
    <p:sldId id="278" r:id="rId25"/>
    <p:sldId id="279" r:id="rId26"/>
    <p:sldId id="280" r:id="rId27"/>
    <p:sldId id="281" r:id="rId28"/>
    <p:sldId id="282"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8D94EA-F3A9-4D09-B46B-7B54C756DCF1}" v="1889" dt="2025-08-15T01:15:32.034"/>
    <p1510:client id="{A2085639-C741-48A5-A723-43D12F1B4332}" v="20" dt="2025-08-14T02:06:17.0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90" autoAdjust="0"/>
    <p:restoredTop sz="94589"/>
  </p:normalViewPr>
  <p:slideViewPr>
    <p:cSldViewPr snapToGrid="0">
      <p:cViewPr varScale="1">
        <p:scale>
          <a:sx n="96" d="100"/>
          <a:sy n="96" d="100"/>
        </p:scale>
        <p:origin x="882"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an Coronado" userId="4e37a65b1b111fd4" providerId="LiveId" clId="{A2085639-C741-48A5-A723-43D12F1B4332}"/>
    <pc:docChg chg="undo custSel addSld delSld modSld">
      <pc:chgData name="Bryan Coronado" userId="4e37a65b1b111fd4" providerId="LiveId" clId="{A2085639-C741-48A5-A723-43D12F1B4332}" dt="2025-08-14T03:16:29.044" v="2924" actId="20577"/>
      <pc:docMkLst>
        <pc:docMk/>
      </pc:docMkLst>
      <pc:sldChg chg="modSp mod">
        <pc:chgData name="Bryan Coronado" userId="4e37a65b1b111fd4" providerId="LiveId" clId="{A2085639-C741-48A5-A723-43D12F1B4332}" dt="2025-08-13T22:18:06.250" v="275" actId="27636"/>
        <pc:sldMkLst>
          <pc:docMk/>
          <pc:sldMk cId="3139453151" sldId="257"/>
        </pc:sldMkLst>
        <pc:spChg chg="mod">
          <ac:chgData name="Bryan Coronado" userId="4e37a65b1b111fd4" providerId="LiveId" clId="{A2085639-C741-48A5-A723-43D12F1B4332}" dt="2025-08-13T22:18:06.250" v="275" actId="27636"/>
          <ac:spMkLst>
            <pc:docMk/>
            <pc:sldMk cId="3139453151" sldId="257"/>
            <ac:spMk id="3" creationId="{95638156-B11D-2D6C-91F2-518C428D5564}"/>
          </ac:spMkLst>
        </pc:spChg>
      </pc:sldChg>
      <pc:sldChg chg="modSp mod">
        <pc:chgData name="Bryan Coronado" userId="4e37a65b1b111fd4" providerId="LiveId" clId="{A2085639-C741-48A5-A723-43D12F1B4332}" dt="2025-08-13T22:22:22.130" v="522" actId="20577"/>
        <pc:sldMkLst>
          <pc:docMk/>
          <pc:sldMk cId="3909505185" sldId="259"/>
        </pc:sldMkLst>
        <pc:spChg chg="mod">
          <ac:chgData name="Bryan Coronado" userId="4e37a65b1b111fd4" providerId="LiveId" clId="{A2085639-C741-48A5-A723-43D12F1B4332}" dt="2025-08-13T22:22:22.130" v="522" actId="20577"/>
          <ac:spMkLst>
            <pc:docMk/>
            <pc:sldMk cId="3909505185" sldId="259"/>
            <ac:spMk id="3" creationId="{32BDF793-79D2-79E5-0FFF-D150A9BE8A0A}"/>
          </ac:spMkLst>
        </pc:spChg>
      </pc:sldChg>
      <pc:sldChg chg="addSp delSp modSp new mod">
        <pc:chgData name="Bryan Coronado" userId="4e37a65b1b111fd4" providerId="LiveId" clId="{A2085639-C741-48A5-A723-43D12F1B4332}" dt="2025-08-13T23:01:20.490" v="670" actId="20577"/>
        <pc:sldMkLst>
          <pc:docMk/>
          <pc:sldMk cId="3113357097" sldId="260"/>
        </pc:sldMkLst>
        <pc:spChg chg="mod">
          <ac:chgData name="Bryan Coronado" userId="4e37a65b1b111fd4" providerId="LiveId" clId="{A2085639-C741-48A5-A723-43D12F1B4332}" dt="2025-08-13T23:01:20.490" v="670" actId="20577"/>
          <ac:spMkLst>
            <pc:docMk/>
            <pc:sldMk cId="3113357097" sldId="260"/>
            <ac:spMk id="2" creationId="{FC26C4AE-3053-D201-B7D1-53C6F81177D0}"/>
          </ac:spMkLst>
        </pc:spChg>
        <pc:spChg chg="add mod">
          <ac:chgData name="Bryan Coronado" userId="4e37a65b1b111fd4" providerId="LiveId" clId="{A2085639-C741-48A5-A723-43D12F1B4332}" dt="2025-08-13T22:20:30.916" v="451" actId="20577"/>
          <ac:spMkLst>
            <pc:docMk/>
            <pc:sldMk cId="3113357097" sldId="260"/>
            <ac:spMk id="12" creationId="{A3EC8EF1-2AC8-D6AF-2D90-D8ED0C9476BC}"/>
          </ac:spMkLst>
        </pc:spChg>
        <pc:picChg chg="add mod">
          <ac:chgData name="Bryan Coronado" userId="4e37a65b1b111fd4" providerId="LiveId" clId="{A2085639-C741-48A5-A723-43D12F1B4332}" dt="2025-08-13T21:34:24.163" v="126" actId="1076"/>
          <ac:picMkLst>
            <pc:docMk/>
            <pc:sldMk cId="3113357097" sldId="260"/>
            <ac:picMk id="5" creationId="{15C6E646-265E-C6DF-6B14-454171C591BC}"/>
          </ac:picMkLst>
        </pc:picChg>
        <pc:picChg chg="add mod">
          <ac:chgData name="Bryan Coronado" userId="4e37a65b1b111fd4" providerId="LiveId" clId="{A2085639-C741-48A5-A723-43D12F1B4332}" dt="2025-08-13T21:34:19.785" v="125" actId="1076"/>
          <ac:picMkLst>
            <pc:docMk/>
            <pc:sldMk cId="3113357097" sldId="260"/>
            <ac:picMk id="11" creationId="{AE641F56-42FC-9740-7F4A-FB8709B2D563}"/>
          </ac:picMkLst>
        </pc:picChg>
      </pc:sldChg>
      <pc:sldChg chg="addSp modSp new mod">
        <pc:chgData name="Bryan Coronado" userId="4e37a65b1b111fd4" providerId="LiveId" clId="{A2085639-C741-48A5-A723-43D12F1B4332}" dt="2025-08-13T22:22:52.122" v="524" actId="1076"/>
        <pc:sldMkLst>
          <pc:docMk/>
          <pc:sldMk cId="1559862360" sldId="261"/>
        </pc:sldMkLst>
        <pc:spChg chg="mod">
          <ac:chgData name="Bryan Coronado" userId="4e37a65b1b111fd4" providerId="LiveId" clId="{A2085639-C741-48A5-A723-43D12F1B4332}" dt="2025-08-13T22:15:56.751" v="263" actId="1076"/>
          <ac:spMkLst>
            <pc:docMk/>
            <pc:sldMk cId="1559862360" sldId="261"/>
            <ac:spMk id="3" creationId="{9AF306F6-8ABC-9522-0749-2BDC946B63B1}"/>
          </ac:spMkLst>
        </pc:spChg>
        <pc:picChg chg="add mod">
          <ac:chgData name="Bryan Coronado" userId="4e37a65b1b111fd4" providerId="LiveId" clId="{A2085639-C741-48A5-A723-43D12F1B4332}" dt="2025-08-13T22:22:52.122" v="524" actId="1076"/>
          <ac:picMkLst>
            <pc:docMk/>
            <pc:sldMk cId="1559862360" sldId="261"/>
            <ac:picMk id="5" creationId="{A4563FDD-F60F-A8B4-18E0-E21B01E459C6}"/>
          </ac:picMkLst>
        </pc:picChg>
      </pc:sldChg>
      <pc:sldChg chg="addSp delSp modSp new mod">
        <pc:chgData name="Bryan Coronado" userId="4e37a65b1b111fd4" providerId="LiveId" clId="{A2085639-C741-48A5-A723-43D12F1B4332}" dt="2025-08-13T22:52:16.648" v="547" actId="14100"/>
        <pc:sldMkLst>
          <pc:docMk/>
          <pc:sldMk cId="1429925002" sldId="262"/>
        </pc:sldMkLst>
      </pc:sldChg>
      <pc:sldChg chg="addSp delSp modSp new mod">
        <pc:chgData name="Bryan Coronado" userId="4e37a65b1b111fd4" providerId="LiveId" clId="{A2085639-C741-48A5-A723-43D12F1B4332}" dt="2025-08-13T22:58:01.391" v="627" actId="20577"/>
        <pc:sldMkLst>
          <pc:docMk/>
          <pc:sldMk cId="3873327335" sldId="263"/>
        </pc:sldMkLst>
        <pc:spChg chg="mod">
          <ac:chgData name="Bryan Coronado" userId="4e37a65b1b111fd4" providerId="LiveId" clId="{A2085639-C741-48A5-A723-43D12F1B4332}" dt="2025-08-13T22:58:01.391" v="627" actId="20577"/>
          <ac:spMkLst>
            <pc:docMk/>
            <pc:sldMk cId="3873327335" sldId="263"/>
            <ac:spMk id="2" creationId="{E854C577-C6C2-115B-3378-957B523DCBB0}"/>
          </ac:spMkLst>
        </pc:spChg>
        <pc:spChg chg="add mod">
          <ac:chgData name="Bryan Coronado" userId="4e37a65b1b111fd4" providerId="LiveId" clId="{A2085639-C741-48A5-A723-43D12F1B4332}" dt="2025-08-13T22:57:37.263" v="618" actId="1076"/>
          <ac:spMkLst>
            <pc:docMk/>
            <pc:sldMk cId="3873327335" sldId="263"/>
            <ac:spMk id="8" creationId="{0D576672-C3A2-2D48-1A03-38EB6BF73FD1}"/>
          </ac:spMkLst>
        </pc:spChg>
      </pc:sldChg>
      <pc:sldChg chg="addSp delSp modSp new mod">
        <pc:chgData name="Bryan Coronado" userId="4e37a65b1b111fd4" providerId="LiveId" clId="{A2085639-C741-48A5-A723-43D12F1B4332}" dt="2025-08-13T23:00:46.422" v="657" actId="123"/>
        <pc:sldMkLst>
          <pc:docMk/>
          <pc:sldMk cId="4188093584" sldId="264"/>
        </pc:sldMkLst>
        <pc:spChg chg="add mod">
          <ac:chgData name="Bryan Coronado" userId="4e37a65b1b111fd4" providerId="LiveId" clId="{A2085639-C741-48A5-A723-43D12F1B4332}" dt="2025-08-13T23:00:46.422" v="657" actId="123"/>
          <ac:spMkLst>
            <pc:docMk/>
            <pc:sldMk cId="4188093584" sldId="264"/>
            <ac:spMk id="8" creationId="{43FDCB2B-F348-9FB5-32B7-EF373F60051C}"/>
          </ac:spMkLst>
        </pc:spChg>
        <pc:spChg chg="add mod">
          <ac:chgData name="Bryan Coronado" userId="4e37a65b1b111fd4" providerId="LiveId" clId="{A2085639-C741-48A5-A723-43D12F1B4332}" dt="2025-08-13T23:00:46.422" v="657" actId="123"/>
          <ac:spMkLst>
            <pc:docMk/>
            <pc:sldMk cId="4188093584" sldId="264"/>
            <ac:spMk id="9" creationId="{4426AFD0-D7E6-A339-CED0-A4FC08C43B08}"/>
          </ac:spMkLst>
        </pc:spChg>
      </pc:sldChg>
      <pc:sldChg chg="addSp delSp modSp new del mod">
        <pc:chgData name="Bryan Coronado" userId="4e37a65b1b111fd4" providerId="LiveId" clId="{A2085639-C741-48A5-A723-43D12F1B4332}" dt="2025-08-13T23:44:15.250" v="1407" actId="2696"/>
        <pc:sldMkLst>
          <pc:docMk/>
          <pc:sldMk cId="606065614" sldId="265"/>
        </pc:sldMkLst>
      </pc:sldChg>
      <pc:sldChg chg="addSp delSp modSp new mod">
        <pc:chgData name="Bryan Coronado" userId="4e37a65b1b111fd4" providerId="LiveId" clId="{A2085639-C741-48A5-A723-43D12F1B4332}" dt="2025-08-13T23:50:39.010" v="1603" actId="1076"/>
        <pc:sldMkLst>
          <pc:docMk/>
          <pc:sldMk cId="3981519814" sldId="266"/>
        </pc:sldMkLst>
        <pc:spChg chg="mod">
          <ac:chgData name="Bryan Coronado" userId="4e37a65b1b111fd4" providerId="LiveId" clId="{A2085639-C741-48A5-A723-43D12F1B4332}" dt="2025-08-13T23:43:59.438" v="1403" actId="1076"/>
          <ac:spMkLst>
            <pc:docMk/>
            <pc:sldMk cId="3981519814" sldId="266"/>
            <ac:spMk id="3" creationId="{927E82DA-E075-23E3-D25E-2BE1F08113DA}"/>
          </ac:spMkLst>
        </pc:spChg>
        <pc:spChg chg="add mod">
          <ac:chgData name="Bryan Coronado" userId="4e37a65b1b111fd4" providerId="LiveId" clId="{A2085639-C741-48A5-A723-43D12F1B4332}" dt="2025-08-13T23:44:08.318" v="1406" actId="1076"/>
          <ac:spMkLst>
            <pc:docMk/>
            <pc:sldMk cId="3981519814" sldId="266"/>
            <ac:spMk id="13" creationId="{0B8DB934-E073-690F-7625-899292540090}"/>
          </ac:spMkLst>
        </pc:spChg>
      </pc:sldChg>
      <pc:sldChg chg="addSp delSp modSp new mod">
        <pc:chgData name="Bryan Coronado" userId="4e37a65b1b111fd4" providerId="LiveId" clId="{A2085639-C741-48A5-A723-43D12F1B4332}" dt="2025-08-13T23:52:31.362" v="1605" actId="1076"/>
        <pc:sldMkLst>
          <pc:docMk/>
          <pc:sldMk cId="2384157197" sldId="267"/>
        </pc:sldMkLst>
        <pc:spChg chg="mod">
          <ac:chgData name="Bryan Coronado" userId="4e37a65b1b111fd4" providerId="LiveId" clId="{A2085639-C741-48A5-A723-43D12F1B4332}" dt="2025-08-13T23:45:21.206" v="1599" actId="1076"/>
          <ac:spMkLst>
            <pc:docMk/>
            <pc:sldMk cId="2384157197" sldId="267"/>
            <ac:spMk id="3" creationId="{59BB9F7D-FD30-3E74-FF49-1F51B757D4C6}"/>
          </ac:spMkLst>
        </pc:spChg>
        <pc:spChg chg="add mod">
          <ac:chgData name="Bryan Coronado" userId="4e37a65b1b111fd4" providerId="LiveId" clId="{A2085639-C741-48A5-A723-43D12F1B4332}" dt="2025-08-13T23:52:31.362" v="1605" actId="1076"/>
          <ac:spMkLst>
            <pc:docMk/>
            <pc:sldMk cId="2384157197" sldId="267"/>
            <ac:spMk id="9" creationId="{ABB09AD7-75ED-8B7F-910D-75EBCD38F117}"/>
          </ac:spMkLst>
        </pc:spChg>
        <pc:picChg chg="add mod">
          <ac:chgData name="Bryan Coronado" userId="4e37a65b1b111fd4" providerId="LiveId" clId="{A2085639-C741-48A5-A723-43D12F1B4332}" dt="2025-08-13T23:45:16.384" v="1598" actId="1076"/>
          <ac:picMkLst>
            <pc:docMk/>
            <pc:sldMk cId="2384157197" sldId="267"/>
            <ac:picMk id="5" creationId="{885EC11E-05E6-2093-1B48-7F5FCB7E6FB7}"/>
          </ac:picMkLst>
        </pc:picChg>
        <pc:picChg chg="add mod">
          <ac:chgData name="Bryan Coronado" userId="4e37a65b1b111fd4" providerId="LiveId" clId="{A2085639-C741-48A5-A723-43D12F1B4332}" dt="2025-08-13T23:52:29.567" v="1604" actId="1076"/>
          <ac:picMkLst>
            <pc:docMk/>
            <pc:sldMk cId="2384157197" sldId="267"/>
            <ac:picMk id="7" creationId="{FFC1BF5D-A304-AF66-B2D6-DC53BB509F82}"/>
          </ac:picMkLst>
        </pc:picChg>
      </pc:sldChg>
      <pc:sldChg chg="addSp delSp modSp new mod">
        <pc:chgData name="Bryan Coronado" userId="4e37a65b1b111fd4" providerId="LiveId" clId="{A2085639-C741-48A5-A723-43D12F1B4332}" dt="2025-08-13T23:56:50.055" v="1683" actId="1076"/>
        <pc:sldMkLst>
          <pc:docMk/>
          <pc:sldMk cId="2933294776" sldId="268"/>
        </pc:sldMkLst>
      </pc:sldChg>
      <pc:sldChg chg="addSp delSp modSp new mod">
        <pc:chgData name="Bryan Coronado" userId="4e37a65b1b111fd4" providerId="LiveId" clId="{A2085639-C741-48A5-A723-43D12F1B4332}" dt="2025-08-13T23:54:58.493" v="1658" actId="1076"/>
        <pc:sldMkLst>
          <pc:docMk/>
          <pc:sldMk cId="1539123767" sldId="269"/>
        </pc:sldMkLst>
      </pc:sldChg>
      <pc:sldChg chg="addSp delSp modSp new mod">
        <pc:chgData name="Bryan Coronado" userId="4e37a65b1b111fd4" providerId="LiveId" clId="{A2085639-C741-48A5-A723-43D12F1B4332}" dt="2025-08-13T23:55:36.715" v="1665" actId="14100"/>
        <pc:sldMkLst>
          <pc:docMk/>
          <pc:sldMk cId="182495987" sldId="270"/>
        </pc:sldMkLst>
      </pc:sldChg>
      <pc:sldChg chg="addSp delSp modSp new mod">
        <pc:chgData name="Bryan Coronado" userId="4e37a65b1b111fd4" providerId="LiveId" clId="{A2085639-C741-48A5-A723-43D12F1B4332}" dt="2025-08-14T02:16:36.971" v="2792" actId="1076"/>
        <pc:sldMkLst>
          <pc:docMk/>
          <pc:sldMk cId="870517628" sldId="271"/>
        </pc:sldMkLst>
        <pc:spChg chg="mod">
          <ac:chgData name="Bryan Coronado" userId="4e37a65b1b111fd4" providerId="LiveId" clId="{A2085639-C741-48A5-A723-43D12F1B4332}" dt="2025-08-14T00:49:39.331" v="2175" actId="27636"/>
          <ac:spMkLst>
            <pc:docMk/>
            <pc:sldMk cId="870517628" sldId="271"/>
            <ac:spMk id="2" creationId="{7A206A96-C977-D79A-6A2D-17C9C0474796}"/>
          </ac:spMkLst>
        </pc:spChg>
        <pc:spChg chg="mod">
          <ac:chgData name="Bryan Coronado" userId="4e37a65b1b111fd4" providerId="LiveId" clId="{A2085639-C741-48A5-A723-43D12F1B4332}" dt="2025-08-14T02:03:16.667" v="2301" actId="20577"/>
          <ac:spMkLst>
            <pc:docMk/>
            <pc:sldMk cId="870517628" sldId="271"/>
            <ac:spMk id="3" creationId="{0B4C8DFA-464B-6D39-05B1-BC57237F0BDB}"/>
          </ac:spMkLst>
        </pc:spChg>
        <pc:picChg chg="add del mod">
          <ac:chgData name="Bryan Coronado" userId="4e37a65b1b111fd4" providerId="LiveId" clId="{A2085639-C741-48A5-A723-43D12F1B4332}" dt="2025-08-14T00:48:57.892" v="2154" actId="478"/>
          <ac:picMkLst>
            <pc:docMk/>
            <pc:sldMk cId="870517628" sldId="271"/>
            <ac:picMk id="5" creationId="{3A0D07A7-EDD1-F118-BA6F-1CFC70842433}"/>
          </ac:picMkLst>
        </pc:picChg>
        <pc:picChg chg="add mod">
          <ac:chgData name="Bryan Coronado" userId="4e37a65b1b111fd4" providerId="LiveId" clId="{A2085639-C741-48A5-A723-43D12F1B4332}" dt="2025-08-14T02:16:36.971" v="2792" actId="1076"/>
          <ac:picMkLst>
            <pc:docMk/>
            <pc:sldMk cId="870517628" sldId="271"/>
            <ac:picMk id="7" creationId="{E597834B-4356-F6F9-676E-5113DDA2411E}"/>
          </ac:picMkLst>
        </pc:picChg>
      </pc:sldChg>
      <pc:sldChg chg="addSp delSp modSp new mod">
        <pc:chgData name="Bryan Coronado" userId="4e37a65b1b111fd4" providerId="LiveId" clId="{A2085639-C741-48A5-A723-43D12F1B4332}" dt="2025-08-14T02:16:12.807" v="2789" actId="14100"/>
        <pc:sldMkLst>
          <pc:docMk/>
          <pc:sldMk cId="3275654907" sldId="272"/>
        </pc:sldMkLst>
        <pc:spChg chg="mod">
          <ac:chgData name="Bryan Coronado" userId="4e37a65b1b111fd4" providerId="LiveId" clId="{A2085639-C741-48A5-A723-43D12F1B4332}" dt="2025-08-14T02:16:08.274" v="2787" actId="1076"/>
          <ac:spMkLst>
            <pc:docMk/>
            <pc:sldMk cId="3275654907" sldId="272"/>
            <ac:spMk id="2" creationId="{B638F23F-0349-BCA2-E43C-164C1337FCCA}"/>
          </ac:spMkLst>
        </pc:spChg>
        <pc:spChg chg="del">
          <ac:chgData name="Bryan Coronado" userId="4e37a65b1b111fd4" providerId="LiveId" clId="{A2085639-C741-48A5-A723-43D12F1B4332}" dt="2025-08-14T01:01:15.354" v="2177" actId="22"/>
          <ac:spMkLst>
            <pc:docMk/>
            <pc:sldMk cId="3275654907" sldId="272"/>
            <ac:spMk id="3" creationId="{22100EB1-531B-5A94-768A-9F76431FED97}"/>
          </ac:spMkLst>
        </pc:spChg>
        <pc:picChg chg="add mod ord">
          <ac:chgData name="Bryan Coronado" userId="4e37a65b1b111fd4" providerId="LiveId" clId="{A2085639-C741-48A5-A723-43D12F1B4332}" dt="2025-08-14T02:16:12.807" v="2789" actId="14100"/>
          <ac:picMkLst>
            <pc:docMk/>
            <pc:sldMk cId="3275654907" sldId="272"/>
            <ac:picMk id="5" creationId="{4382AD83-C7A5-9A96-8529-A865D2CB1809}"/>
          </ac:picMkLst>
        </pc:picChg>
      </pc:sldChg>
      <pc:sldChg chg="addSp delSp modSp new mod">
        <pc:chgData name="Bryan Coronado" userId="4e37a65b1b111fd4" providerId="LiveId" clId="{A2085639-C741-48A5-A723-43D12F1B4332}" dt="2025-08-14T02:08:01.407" v="2779" actId="123"/>
        <pc:sldMkLst>
          <pc:docMk/>
          <pc:sldMk cId="2957338375" sldId="273"/>
        </pc:sldMkLst>
        <pc:spChg chg="mod">
          <ac:chgData name="Bryan Coronado" userId="4e37a65b1b111fd4" providerId="LiveId" clId="{A2085639-C741-48A5-A723-43D12F1B4332}" dt="2025-08-14T02:05:10.196" v="2364" actId="1076"/>
          <ac:spMkLst>
            <pc:docMk/>
            <pc:sldMk cId="2957338375" sldId="273"/>
            <ac:spMk id="2" creationId="{F3D064CD-0E2A-209C-AED0-C6D593611366}"/>
          </ac:spMkLst>
        </pc:spChg>
        <pc:spChg chg="del">
          <ac:chgData name="Bryan Coronado" userId="4e37a65b1b111fd4" providerId="LiveId" clId="{A2085639-C741-48A5-A723-43D12F1B4332}" dt="2025-08-14T02:03:48.100" v="2303" actId="22"/>
          <ac:spMkLst>
            <pc:docMk/>
            <pc:sldMk cId="2957338375" sldId="273"/>
            <ac:spMk id="3" creationId="{92850D9A-283F-1659-4A9F-645B7760D887}"/>
          </ac:spMkLst>
        </pc:spChg>
        <pc:spChg chg="add mod">
          <ac:chgData name="Bryan Coronado" userId="4e37a65b1b111fd4" providerId="LiveId" clId="{A2085639-C741-48A5-A723-43D12F1B4332}" dt="2025-08-14T02:08:01.407" v="2779" actId="123"/>
          <ac:spMkLst>
            <pc:docMk/>
            <pc:sldMk cId="2957338375" sldId="273"/>
            <ac:spMk id="6" creationId="{1329769A-8B53-A3C3-AE5E-D2B77E7CBF4B}"/>
          </ac:spMkLst>
        </pc:spChg>
        <pc:picChg chg="add mod ord">
          <ac:chgData name="Bryan Coronado" userId="4e37a65b1b111fd4" providerId="LiveId" clId="{A2085639-C741-48A5-A723-43D12F1B4332}" dt="2025-08-14T02:07:57.008" v="2778" actId="1076"/>
          <ac:picMkLst>
            <pc:docMk/>
            <pc:sldMk cId="2957338375" sldId="273"/>
            <ac:picMk id="5" creationId="{C80A4B9F-0F4D-641C-7052-73C29A30AA23}"/>
          </ac:picMkLst>
        </pc:picChg>
      </pc:sldChg>
      <pc:sldChg chg="modSp new mod">
        <pc:chgData name="Bryan Coronado" userId="4e37a65b1b111fd4" providerId="LiveId" clId="{A2085639-C741-48A5-A723-43D12F1B4332}" dt="2025-08-14T02:17:20.516" v="2865" actId="14100"/>
        <pc:sldMkLst>
          <pc:docMk/>
          <pc:sldMk cId="866170723" sldId="274"/>
        </pc:sldMkLst>
        <pc:spChg chg="mod">
          <ac:chgData name="Bryan Coronado" userId="4e37a65b1b111fd4" providerId="LiveId" clId="{A2085639-C741-48A5-A723-43D12F1B4332}" dt="2025-08-14T02:17:20.516" v="2865" actId="14100"/>
          <ac:spMkLst>
            <pc:docMk/>
            <pc:sldMk cId="866170723" sldId="274"/>
            <ac:spMk id="2" creationId="{F69AA795-DABA-5792-F5CC-E6EA201055B4}"/>
          </ac:spMkLst>
        </pc:spChg>
      </pc:sldChg>
      <pc:sldChg chg="modSp new mod">
        <pc:chgData name="Bryan Coronado" userId="4e37a65b1b111fd4" providerId="LiveId" clId="{A2085639-C741-48A5-A723-43D12F1B4332}" dt="2025-08-14T03:16:29.044" v="2924" actId="20577"/>
        <pc:sldMkLst>
          <pc:docMk/>
          <pc:sldMk cId="3672196437" sldId="275"/>
        </pc:sldMkLst>
        <pc:spChg chg="mod">
          <ac:chgData name="Bryan Coronado" userId="4e37a65b1b111fd4" providerId="LiveId" clId="{A2085639-C741-48A5-A723-43D12F1B4332}" dt="2025-08-14T03:16:29.044" v="2924" actId="20577"/>
          <ac:spMkLst>
            <pc:docMk/>
            <pc:sldMk cId="3672196437" sldId="275"/>
            <ac:spMk id="2" creationId="{079D8E0C-C7B7-1838-D24E-D00ADBA74A17}"/>
          </ac:spMkLst>
        </pc:spChg>
      </pc:sldChg>
    </pc:docChg>
  </pc:docChgLst>
  <pc:docChgLst>
    <pc:chgData name="Bryan Coronado" userId="4e37a65b1b111fd4" providerId="LiveId" clId="{248D94EA-F3A9-4D09-B46B-7B54C756DCF1}"/>
    <pc:docChg chg="undo custSel addSld delSld modSld sldOrd">
      <pc:chgData name="Bryan Coronado" userId="4e37a65b1b111fd4" providerId="LiveId" clId="{248D94EA-F3A9-4D09-B46B-7B54C756DCF1}" dt="2025-08-15T01:15:32.034" v="16517" actId="20577"/>
      <pc:docMkLst>
        <pc:docMk/>
      </pc:docMkLst>
      <pc:sldChg chg="addSp delSp modSp mod modAnim">
        <pc:chgData name="Bryan Coronado" userId="4e37a65b1b111fd4" providerId="LiveId" clId="{248D94EA-F3A9-4D09-B46B-7B54C756DCF1}" dt="2025-08-14T21:16:57.770" v="5082" actId="1076"/>
        <pc:sldMkLst>
          <pc:docMk/>
          <pc:sldMk cId="1435813650" sldId="256"/>
        </pc:sldMkLst>
        <pc:spChg chg="mod">
          <ac:chgData name="Bryan Coronado" userId="4e37a65b1b111fd4" providerId="LiveId" clId="{248D94EA-F3A9-4D09-B46B-7B54C756DCF1}" dt="2025-08-14T21:16:57.770" v="5082" actId="1076"/>
          <ac:spMkLst>
            <pc:docMk/>
            <pc:sldMk cId="1435813650" sldId="256"/>
            <ac:spMk id="2" creationId="{FEA5B065-2391-1D2A-50D0-C69A7F51083E}"/>
          </ac:spMkLst>
        </pc:spChg>
        <pc:spChg chg="mod">
          <ac:chgData name="Bryan Coronado" userId="4e37a65b1b111fd4" providerId="LiveId" clId="{248D94EA-F3A9-4D09-B46B-7B54C756DCF1}" dt="2025-08-14T21:16:18.679" v="5076" actId="1076"/>
          <ac:spMkLst>
            <pc:docMk/>
            <pc:sldMk cId="1435813650" sldId="256"/>
            <ac:spMk id="3" creationId="{A4BE5275-FCA1-92E4-94AA-DF2746E79B22}"/>
          </ac:spMkLst>
        </pc:spChg>
        <pc:spChg chg="del">
          <ac:chgData name="Bryan Coronado" userId="4e37a65b1b111fd4" providerId="LiveId" clId="{248D94EA-F3A9-4D09-B46B-7B54C756DCF1}" dt="2025-08-14T21:15:35.857" v="5067" actId="26606"/>
          <ac:spMkLst>
            <pc:docMk/>
            <pc:sldMk cId="1435813650" sldId="256"/>
            <ac:spMk id="32" creationId="{8F3CF990-ACB8-443A-BB74-D36EC8A00B02}"/>
          </ac:spMkLst>
        </pc:spChg>
        <pc:spChg chg="del">
          <ac:chgData name="Bryan Coronado" userId="4e37a65b1b111fd4" providerId="LiveId" clId="{248D94EA-F3A9-4D09-B46B-7B54C756DCF1}" dt="2025-08-14T21:15:35.857" v="5067" actId="26606"/>
          <ac:spMkLst>
            <pc:docMk/>
            <pc:sldMk cId="1435813650" sldId="256"/>
            <ac:spMk id="36" creationId="{65F94F98-3A57-49AA-838E-91AAF600B6EE}"/>
          </ac:spMkLst>
        </pc:spChg>
        <pc:spChg chg="del">
          <ac:chgData name="Bryan Coronado" userId="4e37a65b1b111fd4" providerId="LiveId" clId="{248D94EA-F3A9-4D09-B46B-7B54C756DCF1}" dt="2025-08-14T21:15:35.857" v="5067" actId="26606"/>
          <ac:spMkLst>
            <pc:docMk/>
            <pc:sldMk cId="1435813650" sldId="256"/>
            <ac:spMk id="40" creationId="{A0B5529D-5CAA-4BF2-B5C9-34705E7661F9}"/>
          </ac:spMkLst>
        </pc:spChg>
        <pc:spChg chg="del">
          <ac:chgData name="Bryan Coronado" userId="4e37a65b1b111fd4" providerId="LiveId" clId="{248D94EA-F3A9-4D09-B46B-7B54C756DCF1}" dt="2025-08-14T21:15:35.857" v="5067" actId="26606"/>
          <ac:spMkLst>
            <pc:docMk/>
            <pc:sldMk cId="1435813650" sldId="256"/>
            <ac:spMk id="42" creationId="{FBD68200-BC03-4015-860B-CD5C30CD76B8}"/>
          </ac:spMkLst>
        </pc:spChg>
        <pc:spChg chg="del">
          <ac:chgData name="Bryan Coronado" userId="4e37a65b1b111fd4" providerId="LiveId" clId="{248D94EA-F3A9-4D09-B46B-7B54C756DCF1}" dt="2025-08-14T21:15:35.857" v="5067" actId="26606"/>
          <ac:spMkLst>
            <pc:docMk/>
            <pc:sldMk cId="1435813650" sldId="256"/>
            <ac:spMk id="44" creationId="{332A6F87-AC28-4AA8-B8A6-AEBC67BD0D64}"/>
          </ac:spMkLst>
        </pc:spChg>
        <pc:spChg chg="add">
          <ac:chgData name="Bryan Coronado" userId="4e37a65b1b111fd4" providerId="LiveId" clId="{248D94EA-F3A9-4D09-B46B-7B54C756DCF1}" dt="2025-08-14T21:15:35.857" v="5067" actId="26606"/>
          <ac:spMkLst>
            <pc:docMk/>
            <pc:sldMk cId="1435813650" sldId="256"/>
            <ac:spMk id="49" creationId="{8F3CF990-ACB8-443A-BB74-D36EC8A00B02}"/>
          </ac:spMkLst>
        </pc:spChg>
        <pc:spChg chg="add">
          <ac:chgData name="Bryan Coronado" userId="4e37a65b1b111fd4" providerId="LiveId" clId="{248D94EA-F3A9-4D09-B46B-7B54C756DCF1}" dt="2025-08-14T21:15:35.857" v="5067" actId="26606"/>
          <ac:spMkLst>
            <pc:docMk/>
            <pc:sldMk cId="1435813650" sldId="256"/>
            <ac:spMk id="53" creationId="{65F94F98-3A57-49AA-838E-91AAF600B6EE}"/>
          </ac:spMkLst>
        </pc:spChg>
        <pc:spChg chg="add">
          <ac:chgData name="Bryan Coronado" userId="4e37a65b1b111fd4" providerId="LiveId" clId="{248D94EA-F3A9-4D09-B46B-7B54C756DCF1}" dt="2025-08-14T21:15:35.857" v="5067" actId="26606"/>
          <ac:spMkLst>
            <pc:docMk/>
            <pc:sldMk cId="1435813650" sldId="256"/>
            <ac:spMk id="57" creationId="{A0B5529D-5CAA-4BF2-B5C9-34705E7661F9}"/>
          </ac:spMkLst>
        </pc:spChg>
        <pc:spChg chg="add">
          <ac:chgData name="Bryan Coronado" userId="4e37a65b1b111fd4" providerId="LiveId" clId="{248D94EA-F3A9-4D09-B46B-7B54C756DCF1}" dt="2025-08-14T21:15:35.857" v="5067" actId="26606"/>
          <ac:spMkLst>
            <pc:docMk/>
            <pc:sldMk cId="1435813650" sldId="256"/>
            <ac:spMk id="59" creationId="{FBD68200-BC03-4015-860B-CD5C30CD76B8}"/>
          </ac:spMkLst>
        </pc:spChg>
        <pc:spChg chg="add">
          <ac:chgData name="Bryan Coronado" userId="4e37a65b1b111fd4" providerId="LiveId" clId="{248D94EA-F3A9-4D09-B46B-7B54C756DCF1}" dt="2025-08-14T21:15:35.857" v="5067" actId="26606"/>
          <ac:spMkLst>
            <pc:docMk/>
            <pc:sldMk cId="1435813650" sldId="256"/>
            <ac:spMk id="61" creationId="{332A6F87-AC28-4AA8-B8A6-AEBC67BD0D64}"/>
          </ac:spMkLst>
        </pc:spChg>
      </pc:sldChg>
      <pc:sldChg chg="modSp mod modAnim">
        <pc:chgData name="Bryan Coronado" userId="4e37a65b1b111fd4" providerId="LiveId" clId="{248D94EA-F3A9-4D09-B46B-7B54C756DCF1}" dt="2025-08-14T22:18:12.368" v="7727"/>
        <pc:sldMkLst>
          <pc:docMk/>
          <pc:sldMk cId="3139453151" sldId="257"/>
        </pc:sldMkLst>
        <pc:spChg chg="mod">
          <ac:chgData name="Bryan Coronado" userId="4e37a65b1b111fd4" providerId="LiveId" clId="{248D94EA-F3A9-4D09-B46B-7B54C756DCF1}" dt="2025-08-14T21:17:42.603" v="5084" actId="2711"/>
          <ac:spMkLst>
            <pc:docMk/>
            <pc:sldMk cId="3139453151" sldId="257"/>
            <ac:spMk id="2" creationId="{739BC6B1-8D52-07ED-7454-3B5B07D7C978}"/>
          </ac:spMkLst>
        </pc:spChg>
        <pc:spChg chg="mod">
          <ac:chgData name="Bryan Coronado" userId="4e37a65b1b111fd4" providerId="LiveId" clId="{248D94EA-F3A9-4D09-B46B-7B54C756DCF1}" dt="2025-08-14T21:18:05.293" v="5089" actId="27636"/>
          <ac:spMkLst>
            <pc:docMk/>
            <pc:sldMk cId="3139453151" sldId="257"/>
            <ac:spMk id="3" creationId="{95638156-B11D-2D6C-91F2-518C428D5564}"/>
          </ac:spMkLst>
        </pc:spChg>
      </pc:sldChg>
      <pc:sldChg chg="modSp mod modAnim">
        <pc:chgData name="Bryan Coronado" userId="4e37a65b1b111fd4" providerId="LiveId" clId="{248D94EA-F3A9-4D09-B46B-7B54C756DCF1}" dt="2025-08-14T22:19:18.219" v="7734"/>
        <pc:sldMkLst>
          <pc:docMk/>
          <pc:sldMk cId="61413427" sldId="258"/>
        </pc:sldMkLst>
        <pc:spChg chg="mod">
          <ac:chgData name="Bryan Coronado" userId="4e37a65b1b111fd4" providerId="LiveId" clId="{248D94EA-F3A9-4D09-B46B-7B54C756DCF1}" dt="2025-08-14T21:18:41.341" v="5095" actId="255"/>
          <ac:spMkLst>
            <pc:docMk/>
            <pc:sldMk cId="61413427" sldId="258"/>
            <ac:spMk id="2" creationId="{A32F6B4F-4FE1-32FF-6F66-AD640EEC0922}"/>
          </ac:spMkLst>
        </pc:spChg>
        <pc:spChg chg="mod">
          <ac:chgData name="Bryan Coronado" userId="4e37a65b1b111fd4" providerId="LiveId" clId="{248D94EA-F3A9-4D09-B46B-7B54C756DCF1}" dt="2025-08-14T21:22:22.049" v="5519" actId="14100"/>
          <ac:spMkLst>
            <pc:docMk/>
            <pc:sldMk cId="61413427" sldId="258"/>
            <ac:spMk id="3" creationId="{BB995327-9C16-7A5A-612E-61E09CC236C8}"/>
          </ac:spMkLst>
        </pc:spChg>
      </pc:sldChg>
      <pc:sldChg chg="modSp mod modAnim">
        <pc:chgData name="Bryan Coronado" userId="4e37a65b1b111fd4" providerId="LiveId" clId="{248D94EA-F3A9-4D09-B46B-7B54C756DCF1}" dt="2025-08-14T22:19:32.443" v="7735"/>
        <pc:sldMkLst>
          <pc:docMk/>
          <pc:sldMk cId="3909505185" sldId="259"/>
        </pc:sldMkLst>
        <pc:spChg chg="mod">
          <ac:chgData name="Bryan Coronado" userId="4e37a65b1b111fd4" providerId="LiveId" clId="{248D94EA-F3A9-4D09-B46B-7B54C756DCF1}" dt="2025-08-14T21:19:08.961" v="5101" actId="14100"/>
          <ac:spMkLst>
            <pc:docMk/>
            <pc:sldMk cId="3909505185" sldId="259"/>
            <ac:spMk id="2" creationId="{13C7DCA4-0824-E5E5-A5D7-AF16F7387E93}"/>
          </ac:spMkLst>
        </pc:spChg>
        <pc:spChg chg="mod">
          <ac:chgData name="Bryan Coronado" userId="4e37a65b1b111fd4" providerId="LiveId" clId="{248D94EA-F3A9-4D09-B46B-7B54C756DCF1}" dt="2025-08-14T21:22:18.669" v="5518" actId="14100"/>
          <ac:spMkLst>
            <pc:docMk/>
            <pc:sldMk cId="3909505185" sldId="259"/>
            <ac:spMk id="3" creationId="{32BDF793-79D2-79E5-0FFF-D150A9BE8A0A}"/>
          </ac:spMkLst>
        </pc:spChg>
      </pc:sldChg>
      <pc:sldChg chg="modSp mod modAnim">
        <pc:chgData name="Bryan Coronado" userId="4e37a65b1b111fd4" providerId="LiveId" clId="{248D94EA-F3A9-4D09-B46B-7B54C756DCF1}" dt="2025-08-14T22:19:59.003" v="7743"/>
        <pc:sldMkLst>
          <pc:docMk/>
          <pc:sldMk cId="3113357097" sldId="260"/>
        </pc:sldMkLst>
        <pc:spChg chg="mod">
          <ac:chgData name="Bryan Coronado" userId="4e37a65b1b111fd4" providerId="LiveId" clId="{248D94EA-F3A9-4D09-B46B-7B54C756DCF1}" dt="2025-08-14T21:33:55.693" v="6360" actId="1076"/>
          <ac:spMkLst>
            <pc:docMk/>
            <pc:sldMk cId="3113357097" sldId="260"/>
            <ac:spMk id="2" creationId="{FC26C4AE-3053-D201-B7D1-53C6F81177D0}"/>
          </ac:spMkLst>
        </pc:spChg>
        <pc:spChg chg="mod">
          <ac:chgData name="Bryan Coronado" userId="4e37a65b1b111fd4" providerId="LiveId" clId="{248D94EA-F3A9-4D09-B46B-7B54C756DCF1}" dt="2025-08-14T21:33:27.983" v="6357" actId="20577"/>
          <ac:spMkLst>
            <pc:docMk/>
            <pc:sldMk cId="3113357097" sldId="260"/>
            <ac:spMk id="12" creationId="{A3EC8EF1-2AC8-D6AF-2D90-D8ED0C9476BC}"/>
          </ac:spMkLst>
        </pc:spChg>
        <pc:picChg chg="mod">
          <ac:chgData name="Bryan Coronado" userId="4e37a65b1b111fd4" providerId="LiveId" clId="{248D94EA-F3A9-4D09-B46B-7B54C756DCF1}" dt="2025-08-14T21:28:36.753" v="6315" actId="1076"/>
          <ac:picMkLst>
            <pc:docMk/>
            <pc:sldMk cId="3113357097" sldId="260"/>
            <ac:picMk id="5" creationId="{15C6E646-265E-C6DF-6B14-454171C591BC}"/>
          </ac:picMkLst>
        </pc:picChg>
        <pc:picChg chg="mod">
          <ac:chgData name="Bryan Coronado" userId="4e37a65b1b111fd4" providerId="LiveId" clId="{248D94EA-F3A9-4D09-B46B-7B54C756DCF1}" dt="2025-08-14T21:28:33.368" v="6314" actId="1076"/>
          <ac:picMkLst>
            <pc:docMk/>
            <pc:sldMk cId="3113357097" sldId="260"/>
            <ac:picMk id="11" creationId="{AE641F56-42FC-9740-7F4A-FB8709B2D563}"/>
          </ac:picMkLst>
        </pc:picChg>
      </pc:sldChg>
      <pc:sldChg chg="addSp delSp modSp mod modAnim">
        <pc:chgData name="Bryan Coronado" userId="4e37a65b1b111fd4" providerId="LiveId" clId="{248D94EA-F3A9-4D09-B46B-7B54C756DCF1}" dt="2025-08-14T22:20:08.048" v="7744"/>
        <pc:sldMkLst>
          <pc:docMk/>
          <pc:sldMk cId="1559862360" sldId="261"/>
        </pc:sldMkLst>
        <pc:spChg chg="del">
          <ac:chgData name="Bryan Coronado" userId="4e37a65b1b111fd4" providerId="LiveId" clId="{248D94EA-F3A9-4D09-B46B-7B54C756DCF1}" dt="2025-08-14T21:36:40.907" v="6361" actId="478"/>
          <ac:spMkLst>
            <pc:docMk/>
            <pc:sldMk cId="1559862360" sldId="261"/>
            <ac:spMk id="2" creationId="{886A8F21-449F-C50C-6E09-E07B8890055B}"/>
          </ac:spMkLst>
        </pc:spChg>
        <pc:spChg chg="mod">
          <ac:chgData name="Bryan Coronado" userId="4e37a65b1b111fd4" providerId="LiveId" clId="{248D94EA-F3A9-4D09-B46B-7B54C756DCF1}" dt="2025-08-14T21:44:51.254" v="6762" actId="123"/>
          <ac:spMkLst>
            <pc:docMk/>
            <pc:sldMk cId="1559862360" sldId="261"/>
            <ac:spMk id="3" creationId="{9AF306F6-8ABC-9522-0749-2BDC946B63B1}"/>
          </ac:spMkLst>
        </pc:spChg>
        <pc:spChg chg="add del mod">
          <ac:chgData name="Bryan Coronado" userId="4e37a65b1b111fd4" providerId="LiveId" clId="{248D94EA-F3A9-4D09-B46B-7B54C756DCF1}" dt="2025-08-14T21:36:43.949" v="6362" actId="478"/>
          <ac:spMkLst>
            <pc:docMk/>
            <pc:sldMk cId="1559862360" sldId="261"/>
            <ac:spMk id="6" creationId="{910C0E74-BD0B-18C5-CA5C-590A543312C0}"/>
          </ac:spMkLst>
        </pc:spChg>
        <pc:picChg chg="mod">
          <ac:chgData name="Bryan Coronado" userId="4e37a65b1b111fd4" providerId="LiveId" clId="{248D94EA-F3A9-4D09-B46B-7B54C756DCF1}" dt="2025-08-14T21:38:05.740" v="6390" actId="1076"/>
          <ac:picMkLst>
            <pc:docMk/>
            <pc:sldMk cId="1559862360" sldId="261"/>
            <ac:picMk id="5" creationId="{A4563FDD-F60F-A8B4-18E0-E21B01E459C6}"/>
          </ac:picMkLst>
        </pc:picChg>
        <pc:picChg chg="add mod">
          <ac:chgData name="Bryan Coronado" userId="4e37a65b1b111fd4" providerId="LiveId" clId="{248D94EA-F3A9-4D09-B46B-7B54C756DCF1}" dt="2025-08-14T21:38:08.084" v="6391" actId="1076"/>
          <ac:picMkLst>
            <pc:docMk/>
            <pc:sldMk cId="1559862360" sldId="261"/>
            <ac:picMk id="8" creationId="{22006D81-E9EC-07AB-B53C-C11A4F3F9B4D}"/>
          </ac:picMkLst>
        </pc:picChg>
        <pc:picChg chg="add del mod">
          <ac:chgData name="Bryan Coronado" userId="4e37a65b1b111fd4" providerId="LiveId" clId="{248D94EA-F3A9-4D09-B46B-7B54C756DCF1}" dt="2025-08-14T21:50:29.208" v="6772" actId="478"/>
          <ac:picMkLst>
            <pc:docMk/>
            <pc:sldMk cId="1559862360" sldId="261"/>
            <ac:picMk id="10" creationId="{264081E5-74FF-B682-6E96-4EE282B4DB8B}"/>
          </ac:picMkLst>
        </pc:picChg>
      </pc:sldChg>
      <pc:sldChg chg="addSp delSp modSp mod modAnim">
        <pc:chgData name="Bryan Coronado" userId="4e37a65b1b111fd4" providerId="LiveId" clId="{248D94EA-F3A9-4D09-B46B-7B54C756DCF1}" dt="2025-08-14T22:20:12.544" v="7745"/>
        <pc:sldMkLst>
          <pc:docMk/>
          <pc:sldMk cId="1429925002" sldId="262"/>
        </pc:sldMkLst>
        <pc:spChg chg="add del mod">
          <ac:chgData name="Bryan Coronado" userId="4e37a65b1b111fd4" providerId="LiveId" clId="{248D94EA-F3A9-4D09-B46B-7B54C756DCF1}" dt="2025-08-14T21:49:06.344" v="6769"/>
          <ac:spMkLst>
            <pc:docMk/>
            <pc:sldMk cId="1429925002" sldId="262"/>
            <ac:spMk id="2" creationId="{9D023340-CFC3-D8C7-4B5A-880AE32A175D}"/>
          </ac:spMkLst>
        </pc:spChg>
        <pc:spChg chg="add mod">
          <ac:chgData name="Bryan Coronado" userId="4e37a65b1b111fd4" providerId="LiveId" clId="{248D94EA-F3A9-4D09-B46B-7B54C756DCF1}" dt="2025-08-14T21:52:42.237" v="7209" actId="1076"/>
          <ac:spMkLst>
            <pc:docMk/>
            <pc:sldMk cId="1429925002" sldId="262"/>
            <ac:spMk id="6" creationId="{4056D7D4-6048-1708-397C-FA24DAFED758}"/>
          </ac:spMkLst>
        </pc:spChg>
        <pc:picChg chg="add mod">
          <ac:chgData name="Bryan Coronado" userId="4e37a65b1b111fd4" providerId="LiveId" clId="{248D94EA-F3A9-4D09-B46B-7B54C756DCF1}" dt="2025-08-14T21:50:45.202" v="6778" actId="1076"/>
          <ac:picMkLst>
            <pc:docMk/>
            <pc:sldMk cId="1429925002" sldId="262"/>
            <ac:picMk id="4" creationId="{50D3A9FC-845D-A36A-E0DF-D0776E64225B}"/>
          </ac:picMkLst>
        </pc:picChg>
        <pc:picChg chg="del mod">
          <ac:chgData name="Bryan Coronado" userId="4e37a65b1b111fd4" providerId="LiveId" clId="{248D94EA-F3A9-4D09-B46B-7B54C756DCF1}" dt="2025-08-14T21:50:32.182" v="6773" actId="478"/>
          <ac:picMkLst>
            <pc:docMk/>
            <pc:sldMk cId="1429925002" sldId="262"/>
            <ac:picMk id="5" creationId="{F262D482-2576-73AD-9750-120A70246ACA}"/>
          </ac:picMkLst>
        </pc:picChg>
      </pc:sldChg>
      <pc:sldChg chg="addSp delSp modSp mod modAnim">
        <pc:chgData name="Bryan Coronado" userId="4e37a65b1b111fd4" providerId="LiveId" clId="{248D94EA-F3A9-4D09-B46B-7B54C756DCF1}" dt="2025-08-14T22:20:22.531" v="7747"/>
        <pc:sldMkLst>
          <pc:docMk/>
          <pc:sldMk cId="3873327335" sldId="263"/>
        </pc:sldMkLst>
        <pc:spChg chg="mod">
          <ac:chgData name="Bryan Coronado" userId="4e37a65b1b111fd4" providerId="LiveId" clId="{248D94EA-F3A9-4D09-B46B-7B54C756DCF1}" dt="2025-08-14T22:07:25.946" v="7525"/>
          <ac:spMkLst>
            <pc:docMk/>
            <pc:sldMk cId="3873327335" sldId="263"/>
            <ac:spMk id="2" creationId="{E854C577-C6C2-115B-3378-957B523DCBB0}"/>
          </ac:spMkLst>
        </pc:spChg>
        <pc:spChg chg="add del mod">
          <ac:chgData name="Bryan Coronado" userId="4e37a65b1b111fd4" providerId="LiveId" clId="{248D94EA-F3A9-4D09-B46B-7B54C756DCF1}" dt="2025-08-14T21:54:53.693" v="7212" actId="478"/>
          <ac:spMkLst>
            <pc:docMk/>
            <pc:sldMk cId="3873327335" sldId="263"/>
            <ac:spMk id="3" creationId="{F52D1EC1-336E-C203-CCA1-C07CED4A5B48}"/>
          </ac:spMkLst>
        </pc:spChg>
        <pc:spChg chg="add mod">
          <ac:chgData name="Bryan Coronado" userId="4e37a65b1b111fd4" providerId="LiveId" clId="{248D94EA-F3A9-4D09-B46B-7B54C756DCF1}" dt="2025-08-14T22:05:02.707" v="7486" actId="1076"/>
          <ac:spMkLst>
            <pc:docMk/>
            <pc:sldMk cId="3873327335" sldId="263"/>
            <ac:spMk id="4" creationId="{AE2E14DD-54B5-658A-4556-61434796D98A}"/>
          </ac:spMkLst>
        </pc:spChg>
        <pc:spChg chg="add del mod">
          <ac:chgData name="Bryan Coronado" userId="4e37a65b1b111fd4" providerId="LiveId" clId="{248D94EA-F3A9-4D09-B46B-7B54C756DCF1}" dt="2025-08-14T22:04:45.972" v="7484" actId="1076"/>
          <ac:spMkLst>
            <pc:docMk/>
            <pc:sldMk cId="3873327335" sldId="263"/>
            <ac:spMk id="8" creationId="{0D576672-C3A2-2D48-1A03-38EB6BF73FD1}"/>
          </ac:spMkLst>
        </pc:spChg>
        <pc:spChg chg="del mod">
          <ac:chgData name="Bryan Coronado" userId="4e37a65b1b111fd4" providerId="LiveId" clId="{248D94EA-F3A9-4D09-B46B-7B54C756DCF1}" dt="2025-08-14T22:00:09.727" v="7392" actId="478"/>
          <ac:spMkLst>
            <pc:docMk/>
            <pc:sldMk cId="3873327335" sldId="263"/>
            <ac:spMk id="9" creationId="{1E655CF2-9BCD-5952-2AAB-6D4E619F5C21}"/>
          </ac:spMkLst>
        </pc:spChg>
        <pc:picChg chg="del mod">
          <ac:chgData name="Bryan Coronado" userId="4e37a65b1b111fd4" providerId="LiveId" clId="{248D94EA-F3A9-4D09-B46B-7B54C756DCF1}" dt="2025-08-14T21:58:04.207" v="7333" actId="478"/>
          <ac:picMkLst>
            <pc:docMk/>
            <pc:sldMk cId="3873327335" sldId="263"/>
            <ac:picMk id="5" creationId="{6B3EA185-BCB5-FB1A-2806-5712F687A4C5}"/>
          </ac:picMkLst>
        </pc:picChg>
        <pc:picChg chg="del mod">
          <ac:chgData name="Bryan Coronado" userId="4e37a65b1b111fd4" providerId="LiveId" clId="{248D94EA-F3A9-4D09-B46B-7B54C756DCF1}" dt="2025-08-14T22:00:03.078" v="7390" actId="478"/>
          <ac:picMkLst>
            <pc:docMk/>
            <pc:sldMk cId="3873327335" sldId="263"/>
            <ac:picMk id="7" creationId="{264D5C18-8A76-A26A-BD99-C61BB5E7B750}"/>
          </ac:picMkLst>
        </pc:picChg>
        <pc:picChg chg="add del mod">
          <ac:chgData name="Bryan Coronado" userId="4e37a65b1b111fd4" providerId="LiveId" clId="{248D94EA-F3A9-4D09-B46B-7B54C756DCF1}" dt="2025-08-14T22:08:34.532" v="7527" actId="478"/>
          <ac:picMkLst>
            <pc:docMk/>
            <pc:sldMk cId="3873327335" sldId="263"/>
            <ac:picMk id="10" creationId="{23A1783B-5B78-FCD3-CEEF-82FF15E59217}"/>
          </ac:picMkLst>
        </pc:picChg>
        <pc:picChg chg="add mod">
          <ac:chgData name="Bryan Coronado" userId="4e37a65b1b111fd4" providerId="LiveId" clId="{248D94EA-F3A9-4D09-B46B-7B54C756DCF1}" dt="2025-08-14T22:04:39.416" v="7483" actId="1076"/>
          <ac:picMkLst>
            <pc:docMk/>
            <pc:sldMk cId="3873327335" sldId="263"/>
            <ac:picMk id="12" creationId="{29E024C4-9C7D-7624-27E1-D82C0B11F050}"/>
          </ac:picMkLst>
        </pc:picChg>
        <pc:picChg chg="add mod">
          <ac:chgData name="Bryan Coronado" userId="4e37a65b1b111fd4" providerId="LiveId" clId="{248D94EA-F3A9-4D09-B46B-7B54C756DCF1}" dt="2025-08-14T22:08:46.039" v="7532" actId="14100"/>
          <ac:picMkLst>
            <pc:docMk/>
            <pc:sldMk cId="3873327335" sldId="263"/>
            <ac:picMk id="14" creationId="{62F60A5A-343F-96CF-3892-F434F264729F}"/>
          </ac:picMkLst>
        </pc:picChg>
      </pc:sldChg>
      <pc:sldChg chg="addSp delSp modSp mod modAnim">
        <pc:chgData name="Bryan Coronado" userId="4e37a65b1b111fd4" providerId="LiveId" clId="{248D94EA-F3A9-4D09-B46B-7B54C756DCF1}" dt="2025-08-14T22:20:28.926" v="7750"/>
        <pc:sldMkLst>
          <pc:docMk/>
          <pc:sldMk cId="4188093584" sldId="264"/>
        </pc:sldMkLst>
        <pc:spChg chg="del mod">
          <ac:chgData name="Bryan Coronado" userId="4e37a65b1b111fd4" providerId="LiveId" clId="{248D94EA-F3A9-4D09-B46B-7B54C756DCF1}" dt="2025-08-14T21:56:06.078" v="7312" actId="478"/>
          <ac:spMkLst>
            <pc:docMk/>
            <pc:sldMk cId="4188093584" sldId="264"/>
            <ac:spMk id="2" creationId="{BA589F33-E130-DC9E-03A9-C106934687D1}"/>
          </ac:spMkLst>
        </pc:spChg>
        <pc:spChg chg="add del mod">
          <ac:chgData name="Bryan Coronado" userId="4e37a65b1b111fd4" providerId="LiveId" clId="{248D94EA-F3A9-4D09-B46B-7B54C756DCF1}" dt="2025-08-14T21:56:10.732" v="7313" actId="478"/>
          <ac:spMkLst>
            <pc:docMk/>
            <pc:sldMk cId="4188093584" sldId="264"/>
            <ac:spMk id="4" creationId="{C3A04317-3308-7BA3-3EE5-D6504F60C7C2}"/>
          </ac:spMkLst>
        </pc:spChg>
        <pc:spChg chg="mod">
          <ac:chgData name="Bryan Coronado" userId="4e37a65b1b111fd4" providerId="LiveId" clId="{248D94EA-F3A9-4D09-B46B-7B54C756DCF1}" dt="2025-08-14T22:17:06.558" v="7708" actId="1076"/>
          <ac:spMkLst>
            <pc:docMk/>
            <pc:sldMk cId="4188093584" sldId="264"/>
            <ac:spMk id="8" creationId="{43FDCB2B-F348-9FB5-32B7-EF373F60051C}"/>
          </ac:spMkLst>
        </pc:spChg>
        <pc:spChg chg="mod">
          <ac:chgData name="Bryan Coronado" userId="4e37a65b1b111fd4" providerId="LiveId" clId="{248D94EA-F3A9-4D09-B46B-7B54C756DCF1}" dt="2025-08-14T22:17:10.662" v="7709" actId="1076"/>
          <ac:spMkLst>
            <pc:docMk/>
            <pc:sldMk cId="4188093584" sldId="264"/>
            <ac:spMk id="9" creationId="{4426AFD0-D7E6-A339-CED0-A4FC08C43B08}"/>
          </ac:spMkLst>
        </pc:spChg>
        <pc:picChg chg="del mod">
          <ac:chgData name="Bryan Coronado" userId="4e37a65b1b111fd4" providerId="LiveId" clId="{248D94EA-F3A9-4D09-B46B-7B54C756DCF1}" dt="2025-08-14T22:09:14.807" v="7537" actId="478"/>
          <ac:picMkLst>
            <pc:docMk/>
            <pc:sldMk cId="4188093584" sldId="264"/>
            <ac:picMk id="5" creationId="{E8B83A8F-13A8-29A7-0538-AE55E48D1BBB}"/>
          </ac:picMkLst>
        </pc:picChg>
        <pc:picChg chg="del mod">
          <ac:chgData name="Bryan Coronado" userId="4e37a65b1b111fd4" providerId="LiveId" clId="{248D94EA-F3A9-4D09-B46B-7B54C756DCF1}" dt="2025-08-14T22:10:30.038" v="7567" actId="478"/>
          <ac:picMkLst>
            <pc:docMk/>
            <pc:sldMk cId="4188093584" sldId="264"/>
            <ac:picMk id="7" creationId="{51862EAD-0911-67BA-FD02-8FF0A71C20CF}"/>
          </ac:picMkLst>
        </pc:picChg>
        <pc:picChg chg="add mod">
          <ac:chgData name="Bryan Coronado" userId="4e37a65b1b111fd4" providerId="LiveId" clId="{248D94EA-F3A9-4D09-B46B-7B54C756DCF1}" dt="2025-08-14T22:11:08.828" v="7576" actId="14100"/>
          <ac:picMkLst>
            <pc:docMk/>
            <pc:sldMk cId="4188093584" sldId="264"/>
            <ac:picMk id="10" creationId="{3B1CAD76-B68C-E09C-5D1F-4F729A340795}"/>
          </ac:picMkLst>
        </pc:picChg>
        <pc:picChg chg="add mod">
          <ac:chgData name="Bryan Coronado" userId="4e37a65b1b111fd4" providerId="LiveId" clId="{248D94EA-F3A9-4D09-B46B-7B54C756DCF1}" dt="2025-08-14T22:20:28.210" v="7749" actId="1076"/>
          <ac:picMkLst>
            <pc:docMk/>
            <pc:sldMk cId="4188093584" sldId="264"/>
            <ac:picMk id="12" creationId="{103255F9-657A-3B10-C2A1-4ECBB68D7BE8}"/>
          </ac:picMkLst>
        </pc:picChg>
      </pc:sldChg>
      <pc:sldChg chg="addSp delSp modSp mod modAnim">
        <pc:chgData name="Bryan Coronado" userId="4e37a65b1b111fd4" providerId="LiveId" clId="{248D94EA-F3A9-4D09-B46B-7B54C756DCF1}" dt="2025-08-14T22:52:32.048" v="8834" actId="123"/>
        <pc:sldMkLst>
          <pc:docMk/>
          <pc:sldMk cId="3981519814" sldId="266"/>
        </pc:sldMkLst>
        <pc:spChg chg="mod">
          <ac:chgData name="Bryan Coronado" userId="4e37a65b1b111fd4" providerId="LiveId" clId="{248D94EA-F3A9-4D09-B46B-7B54C756DCF1}" dt="2025-08-14T22:52:32.048" v="8834" actId="123"/>
          <ac:spMkLst>
            <pc:docMk/>
            <pc:sldMk cId="3981519814" sldId="266"/>
            <ac:spMk id="3" creationId="{927E82DA-E075-23E3-D25E-2BE1F08113DA}"/>
          </ac:spMkLst>
        </pc:spChg>
        <pc:spChg chg="del">
          <ac:chgData name="Bryan Coronado" userId="4e37a65b1b111fd4" providerId="LiveId" clId="{248D94EA-F3A9-4D09-B46B-7B54C756DCF1}" dt="2025-08-14T22:24:50.915" v="7767" actId="478"/>
          <ac:spMkLst>
            <pc:docMk/>
            <pc:sldMk cId="3981519814" sldId="266"/>
            <ac:spMk id="12" creationId="{92665085-25CD-1970-DCB9-7A55B995C78D}"/>
          </ac:spMkLst>
        </pc:spChg>
        <pc:spChg chg="mod">
          <ac:chgData name="Bryan Coronado" userId="4e37a65b1b111fd4" providerId="LiveId" clId="{248D94EA-F3A9-4D09-B46B-7B54C756DCF1}" dt="2025-08-14T22:38:28.854" v="8534" actId="14100"/>
          <ac:spMkLst>
            <pc:docMk/>
            <pc:sldMk cId="3981519814" sldId="266"/>
            <ac:spMk id="13" creationId="{0B8DB934-E073-690F-7625-899292540090}"/>
          </ac:spMkLst>
        </pc:spChg>
        <pc:picChg chg="add del mod">
          <ac:chgData name="Bryan Coronado" userId="4e37a65b1b111fd4" providerId="LiveId" clId="{248D94EA-F3A9-4D09-B46B-7B54C756DCF1}" dt="2025-08-14T22:28:18.936" v="7798" actId="478"/>
          <ac:picMkLst>
            <pc:docMk/>
            <pc:sldMk cId="3981519814" sldId="266"/>
            <ac:picMk id="4" creationId="{E920C060-8ACB-D6FC-ED44-0E8D076683ED}"/>
          </ac:picMkLst>
        </pc:picChg>
        <pc:picChg chg="add del mod">
          <ac:chgData name="Bryan Coronado" userId="4e37a65b1b111fd4" providerId="LiveId" clId="{248D94EA-F3A9-4D09-B46B-7B54C756DCF1}" dt="2025-08-14T22:32:40.105" v="8150" actId="478"/>
          <ac:picMkLst>
            <pc:docMk/>
            <pc:sldMk cId="3981519814" sldId="266"/>
            <ac:picMk id="6" creationId="{F2F193CB-E71F-23F3-4C26-578D6D094BDD}"/>
          </ac:picMkLst>
        </pc:picChg>
        <pc:picChg chg="add del mod">
          <ac:chgData name="Bryan Coronado" userId="4e37a65b1b111fd4" providerId="LiveId" clId="{248D94EA-F3A9-4D09-B46B-7B54C756DCF1}" dt="2025-08-14T22:31:54.901" v="8146" actId="478"/>
          <ac:picMkLst>
            <pc:docMk/>
            <pc:sldMk cId="3981519814" sldId="266"/>
            <ac:picMk id="8" creationId="{A4B38D9B-6C5C-EC8A-410D-A5B588DBF887}"/>
          </ac:picMkLst>
        </pc:picChg>
        <pc:picChg chg="del mod">
          <ac:chgData name="Bryan Coronado" userId="4e37a65b1b111fd4" providerId="LiveId" clId="{248D94EA-F3A9-4D09-B46B-7B54C756DCF1}" dt="2025-08-14T22:24:42.276" v="7766" actId="478"/>
          <ac:picMkLst>
            <pc:docMk/>
            <pc:sldMk cId="3981519814" sldId="266"/>
            <ac:picMk id="9" creationId="{AD8194DE-EA93-AE86-F7C7-DA27715A9691}"/>
          </ac:picMkLst>
        </pc:picChg>
        <pc:picChg chg="add mod">
          <ac:chgData name="Bryan Coronado" userId="4e37a65b1b111fd4" providerId="LiveId" clId="{248D94EA-F3A9-4D09-B46B-7B54C756DCF1}" dt="2025-08-14T22:29:23.821" v="7807" actId="1076"/>
          <ac:picMkLst>
            <pc:docMk/>
            <pc:sldMk cId="3981519814" sldId="266"/>
            <ac:picMk id="10" creationId="{7DBA3364-9B18-1271-6D8B-903FA0F51581}"/>
          </ac:picMkLst>
        </pc:picChg>
        <pc:picChg chg="add mod">
          <ac:chgData name="Bryan Coronado" userId="4e37a65b1b111fd4" providerId="LiveId" clId="{248D94EA-F3A9-4D09-B46B-7B54C756DCF1}" dt="2025-08-14T22:38:57.455" v="8536" actId="14100"/>
          <ac:picMkLst>
            <pc:docMk/>
            <pc:sldMk cId="3981519814" sldId="266"/>
            <ac:picMk id="14" creationId="{A102C25F-1CAF-FB7E-E5E6-3C1F39822A7E}"/>
          </ac:picMkLst>
        </pc:picChg>
        <pc:picChg chg="del mod">
          <ac:chgData name="Bryan Coronado" userId="4e37a65b1b111fd4" providerId="LiveId" clId="{248D94EA-F3A9-4D09-B46B-7B54C756DCF1}" dt="2025-08-14T22:23:47.340" v="7754" actId="478"/>
          <ac:picMkLst>
            <pc:docMk/>
            <pc:sldMk cId="3981519814" sldId="266"/>
            <ac:picMk id="15" creationId="{9BD575F1-7706-FB23-99A1-6A6E57981934}"/>
          </ac:picMkLst>
        </pc:picChg>
        <pc:picChg chg="add mod">
          <ac:chgData name="Bryan Coronado" userId="4e37a65b1b111fd4" providerId="LiveId" clId="{248D94EA-F3A9-4D09-B46B-7B54C756DCF1}" dt="2025-08-14T22:39:00.054" v="8537" actId="14100"/>
          <ac:picMkLst>
            <pc:docMk/>
            <pc:sldMk cId="3981519814" sldId="266"/>
            <ac:picMk id="17" creationId="{8506D8CB-C6F1-4BC8-69B9-A44B65D7081D}"/>
          </ac:picMkLst>
        </pc:picChg>
      </pc:sldChg>
      <pc:sldChg chg="modSp mod modAnim">
        <pc:chgData name="Bryan Coronado" userId="4e37a65b1b111fd4" providerId="LiveId" clId="{248D94EA-F3A9-4D09-B46B-7B54C756DCF1}" dt="2025-08-14T22:53:40.140" v="8846"/>
        <pc:sldMkLst>
          <pc:docMk/>
          <pc:sldMk cId="2384157197" sldId="267"/>
        </pc:sldMkLst>
        <pc:spChg chg="mod">
          <ac:chgData name="Bryan Coronado" userId="4e37a65b1b111fd4" providerId="LiveId" clId="{248D94EA-F3A9-4D09-B46B-7B54C756DCF1}" dt="2025-08-14T22:53:27.939" v="8842" actId="1076"/>
          <ac:spMkLst>
            <pc:docMk/>
            <pc:sldMk cId="2384157197" sldId="267"/>
            <ac:spMk id="3" creationId="{59BB9F7D-FD30-3E74-FF49-1F51B757D4C6}"/>
          </ac:spMkLst>
        </pc:spChg>
        <pc:spChg chg="mod">
          <ac:chgData name="Bryan Coronado" userId="4e37a65b1b111fd4" providerId="LiveId" clId="{248D94EA-F3A9-4D09-B46B-7B54C756DCF1}" dt="2025-08-14T22:53:19.653" v="8839" actId="1076"/>
          <ac:spMkLst>
            <pc:docMk/>
            <pc:sldMk cId="2384157197" sldId="267"/>
            <ac:spMk id="9" creationId="{ABB09AD7-75ED-8B7F-910D-75EBCD38F117}"/>
          </ac:spMkLst>
        </pc:spChg>
        <pc:picChg chg="mod">
          <ac:chgData name="Bryan Coronado" userId="4e37a65b1b111fd4" providerId="LiveId" clId="{248D94EA-F3A9-4D09-B46B-7B54C756DCF1}" dt="2025-08-14T22:53:31.904" v="8844" actId="1076"/>
          <ac:picMkLst>
            <pc:docMk/>
            <pc:sldMk cId="2384157197" sldId="267"/>
            <ac:picMk id="5" creationId="{885EC11E-05E6-2093-1B48-7F5FCB7E6FB7}"/>
          </ac:picMkLst>
        </pc:picChg>
        <pc:picChg chg="mod">
          <ac:chgData name="Bryan Coronado" userId="4e37a65b1b111fd4" providerId="LiveId" clId="{248D94EA-F3A9-4D09-B46B-7B54C756DCF1}" dt="2025-08-14T22:53:20.945" v="8840" actId="1076"/>
          <ac:picMkLst>
            <pc:docMk/>
            <pc:sldMk cId="2384157197" sldId="267"/>
            <ac:picMk id="7" creationId="{FFC1BF5D-A304-AF66-B2D6-DC53BB509F82}"/>
          </ac:picMkLst>
        </pc:picChg>
      </pc:sldChg>
      <pc:sldChg chg="addSp delSp modSp mod ord modAnim">
        <pc:chgData name="Bryan Coronado" userId="4e37a65b1b111fd4" providerId="LiveId" clId="{248D94EA-F3A9-4D09-B46B-7B54C756DCF1}" dt="2025-08-14T23:19:29.824" v="10794"/>
        <pc:sldMkLst>
          <pc:docMk/>
          <pc:sldMk cId="2933294776" sldId="268"/>
        </pc:sldMkLst>
        <pc:spChg chg="del">
          <ac:chgData name="Bryan Coronado" userId="4e37a65b1b111fd4" providerId="LiveId" clId="{248D94EA-F3A9-4D09-B46B-7B54C756DCF1}" dt="2025-08-14T22:57:55.971" v="8997" actId="478"/>
          <ac:spMkLst>
            <pc:docMk/>
            <pc:sldMk cId="2933294776" sldId="268"/>
            <ac:spMk id="2" creationId="{FF216E72-2F69-91B2-8719-C84D81CCF0D8}"/>
          </ac:spMkLst>
        </pc:spChg>
        <pc:spChg chg="add del mod">
          <ac:chgData name="Bryan Coronado" userId="4e37a65b1b111fd4" providerId="LiveId" clId="{248D94EA-F3A9-4D09-B46B-7B54C756DCF1}" dt="2025-08-14T22:57:59.993" v="8998" actId="478"/>
          <ac:spMkLst>
            <pc:docMk/>
            <pc:sldMk cId="2933294776" sldId="268"/>
            <ac:spMk id="10" creationId="{4E460958-1B18-3A01-A150-297349870645}"/>
          </ac:spMkLst>
        </pc:spChg>
        <pc:spChg chg="add mod">
          <ac:chgData name="Bryan Coronado" userId="4e37a65b1b111fd4" providerId="LiveId" clId="{248D94EA-F3A9-4D09-B46B-7B54C756DCF1}" dt="2025-08-14T23:14:15.692" v="9870" actId="1076"/>
          <ac:spMkLst>
            <pc:docMk/>
            <pc:sldMk cId="2933294776" sldId="268"/>
            <ac:spMk id="11" creationId="{73A3E3C0-7440-B439-C567-13058E90E054}"/>
          </ac:spMkLst>
        </pc:spChg>
        <pc:picChg chg="add del">
          <ac:chgData name="Bryan Coronado" userId="4e37a65b1b111fd4" providerId="LiveId" clId="{248D94EA-F3A9-4D09-B46B-7B54C756DCF1}" dt="2025-08-14T22:56:21.799" v="8910" actId="478"/>
          <ac:picMkLst>
            <pc:docMk/>
            <pc:sldMk cId="2933294776" sldId="268"/>
            <ac:picMk id="4" creationId="{0E93E8D7-DC3F-9616-91DA-E2A1C56F4B89}"/>
          </ac:picMkLst>
        </pc:picChg>
        <pc:picChg chg="add mod">
          <ac:chgData name="Bryan Coronado" userId="4e37a65b1b111fd4" providerId="LiveId" clId="{248D94EA-F3A9-4D09-B46B-7B54C756DCF1}" dt="2025-08-14T23:13:34.607" v="9861" actId="14100"/>
          <ac:picMkLst>
            <pc:docMk/>
            <pc:sldMk cId="2933294776" sldId="268"/>
            <ac:picMk id="6" creationId="{6410C8C4-1595-884D-239F-F7D82EBE496D}"/>
          </ac:picMkLst>
        </pc:picChg>
        <pc:picChg chg="del">
          <ac:chgData name="Bryan Coronado" userId="4e37a65b1b111fd4" providerId="LiveId" clId="{248D94EA-F3A9-4D09-B46B-7B54C756DCF1}" dt="2025-08-14T22:56:15.697" v="8908" actId="478"/>
          <ac:picMkLst>
            <pc:docMk/>
            <pc:sldMk cId="2933294776" sldId="268"/>
            <ac:picMk id="7" creationId="{7005BFC0-7C70-8FF3-C4E0-8290F356EAE9}"/>
          </ac:picMkLst>
        </pc:picChg>
        <pc:picChg chg="del">
          <ac:chgData name="Bryan Coronado" userId="4e37a65b1b111fd4" providerId="LiveId" clId="{248D94EA-F3A9-4D09-B46B-7B54C756DCF1}" dt="2025-08-14T22:56:41.829" v="8913" actId="478"/>
          <ac:picMkLst>
            <pc:docMk/>
            <pc:sldMk cId="2933294776" sldId="268"/>
            <ac:picMk id="9" creationId="{902C9569-25A5-5F81-3B45-964CD1CE3FED}"/>
          </ac:picMkLst>
        </pc:picChg>
      </pc:sldChg>
      <pc:sldChg chg="del">
        <pc:chgData name="Bryan Coronado" userId="4e37a65b1b111fd4" providerId="LiveId" clId="{248D94EA-F3A9-4D09-B46B-7B54C756DCF1}" dt="2025-08-14T23:01:50.574" v="9500" actId="47"/>
        <pc:sldMkLst>
          <pc:docMk/>
          <pc:sldMk cId="1539123767" sldId="269"/>
        </pc:sldMkLst>
      </pc:sldChg>
      <pc:sldChg chg="del ord">
        <pc:chgData name="Bryan Coronado" userId="4e37a65b1b111fd4" providerId="LiveId" clId="{248D94EA-F3A9-4D09-B46B-7B54C756DCF1}" dt="2025-08-14T23:00:52.326" v="9487" actId="47"/>
        <pc:sldMkLst>
          <pc:docMk/>
          <pc:sldMk cId="182495987" sldId="270"/>
        </pc:sldMkLst>
      </pc:sldChg>
      <pc:sldChg chg="delSp modSp mod modAnim">
        <pc:chgData name="Bryan Coronado" userId="4e37a65b1b111fd4" providerId="LiveId" clId="{248D94EA-F3A9-4D09-B46B-7B54C756DCF1}" dt="2025-08-14T23:39:17.568" v="11757"/>
        <pc:sldMkLst>
          <pc:docMk/>
          <pc:sldMk cId="870517628" sldId="271"/>
        </pc:sldMkLst>
        <pc:spChg chg="mod">
          <ac:chgData name="Bryan Coronado" userId="4e37a65b1b111fd4" providerId="LiveId" clId="{248D94EA-F3A9-4D09-B46B-7B54C756DCF1}" dt="2025-08-14T23:27:18.088" v="11191" actId="1076"/>
          <ac:spMkLst>
            <pc:docMk/>
            <pc:sldMk cId="870517628" sldId="271"/>
            <ac:spMk id="2" creationId="{7A206A96-C977-D79A-6A2D-17C9C0474796}"/>
          </ac:spMkLst>
        </pc:spChg>
        <pc:spChg chg="mod">
          <ac:chgData name="Bryan Coronado" userId="4e37a65b1b111fd4" providerId="LiveId" clId="{248D94EA-F3A9-4D09-B46B-7B54C756DCF1}" dt="2025-08-14T23:33:12.828" v="11728" actId="113"/>
          <ac:spMkLst>
            <pc:docMk/>
            <pc:sldMk cId="870517628" sldId="271"/>
            <ac:spMk id="3" creationId="{0B4C8DFA-464B-6D39-05B1-BC57237F0BDB}"/>
          </ac:spMkLst>
        </pc:spChg>
        <pc:picChg chg="del">
          <ac:chgData name="Bryan Coronado" userId="4e37a65b1b111fd4" providerId="LiveId" clId="{248D94EA-F3A9-4D09-B46B-7B54C756DCF1}" dt="2025-08-14T23:24:04.641" v="11123" actId="478"/>
          <ac:picMkLst>
            <pc:docMk/>
            <pc:sldMk cId="870517628" sldId="271"/>
            <ac:picMk id="7" creationId="{E597834B-4356-F6F9-676E-5113DDA2411E}"/>
          </ac:picMkLst>
        </pc:picChg>
      </pc:sldChg>
      <pc:sldChg chg="addSp delSp modSp mod modAnim">
        <pc:chgData name="Bryan Coronado" userId="4e37a65b1b111fd4" providerId="LiveId" clId="{248D94EA-F3A9-4D09-B46B-7B54C756DCF1}" dt="2025-08-14T23:42:02.391" v="12190"/>
        <pc:sldMkLst>
          <pc:docMk/>
          <pc:sldMk cId="3275654907" sldId="272"/>
        </pc:sldMkLst>
        <pc:spChg chg="del">
          <ac:chgData name="Bryan Coronado" userId="4e37a65b1b111fd4" providerId="LiveId" clId="{248D94EA-F3A9-4D09-B46B-7B54C756DCF1}" dt="2025-08-14T23:30:36.410" v="11428" actId="478"/>
          <ac:spMkLst>
            <pc:docMk/>
            <pc:sldMk cId="3275654907" sldId="272"/>
            <ac:spMk id="2" creationId="{B638F23F-0349-BCA2-E43C-164C1337FCCA}"/>
          </ac:spMkLst>
        </pc:spChg>
        <pc:spChg chg="add del mod">
          <ac:chgData name="Bryan Coronado" userId="4e37a65b1b111fd4" providerId="LiveId" clId="{248D94EA-F3A9-4D09-B46B-7B54C756DCF1}" dt="2025-08-14T23:30:38.796" v="11429" actId="478"/>
          <ac:spMkLst>
            <pc:docMk/>
            <pc:sldMk cId="3275654907" sldId="272"/>
            <ac:spMk id="4" creationId="{BFD53A1C-2023-5E00-8297-3FBD7624F66E}"/>
          </ac:spMkLst>
        </pc:spChg>
        <pc:spChg chg="add del mod">
          <ac:chgData name="Bryan Coronado" userId="4e37a65b1b111fd4" providerId="LiveId" clId="{248D94EA-F3A9-4D09-B46B-7B54C756DCF1}" dt="2025-08-14T23:36:22.629" v="11732"/>
          <ac:spMkLst>
            <pc:docMk/>
            <pc:sldMk cId="3275654907" sldId="272"/>
            <ac:spMk id="6" creationId="{1B7C8817-F3B7-D9E0-767A-C941ABC14C3C}"/>
          </ac:spMkLst>
        </pc:spChg>
        <pc:spChg chg="add del mod">
          <ac:chgData name="Bryan Coronado" userId="4e37a65b1b111fd4" providerId="LiveId" clId="{248D94EA-F3A9-4D09-B46B-7B54C756DCF1}" dt="2025-08-14T23:36:35.692" v="11736" actId="22"/>
          <ac:spMkLst>
            <pc:docMk/>
            <pc:sldMk cId="3275654907" sldId="272"/>
            <ac:spMk id="8" creationId="{1EC3CC77-B229-A904-2065-CA2BFD71B406}"/>
          </ac:spMkLst>
        </pc:spChg>
        <pc:spChg chg="add del mod">
          <ac:chgData name="Bryan Coronado" userId="4e37a65b1b111fd4" providerId="LiveId" clId="{248D94EA-F3A9-4D09-B46B-7B54C756DCF1}" dt="2025-08-14T23:37:31.038" v="11747"/>
          <ac:spMkLst>
            <pc:docMk/>
            <pc:sldMk cId="3275654907" sldId="272"/>
            <ac:spMk id="13" creationId="{B26EE64F-10D6-0EB1-061E-E58279908B44}"/>
          </ac:spMkLst>
        </pc:spChg>
        <pc:spChg chg="add mod">
          <ac:chgData name="Bryan Coronado" userId="4e37a65b1b111fd4" providerId="LiveId" clId="{248D94EA-F3A9-4D09-B46B-7B54C756DCF1}" dt="2025-08-14T23:41:47.329" v="12186" actId="403"/>
          <ac:spMkLst>
            <pc:docMk/>
            <pc:sldMk cId="3275654907" sldId="272"/>
            <ac:spMk id="14" creationId="{4D21DA31-6ADB-3CB6-219B-E663E91E7593}"/>
          </ac:spMkLst>
        </pc:spChg>
        <pc:picChg chg="del mod">
          <ac:chgData name="Bryan Coronado" userId="4e37a65b1b111fd4" providerId="LiveId" clId="{248D94EA-F3A9-4D09-B46B-7B54C756DCF1}" dt="2025-08-14T23:36:22.629" v="11730" actId="478"/>
          <ac:picMkLst>
            <pc:docMk/>
            <pc:sldMk cId="3275654907" sldId="272"/>
            <ac:picMk id="5" creationId="{4382AD83-C7A5-9A96-8529-A865D2CB1809}"/>
          </ac:picMkLst>
        </pc:picChg>
        <pc:picChg chg="add del mod">
          <ac:chgData name="Bryan Coronado" userId="4e37a65b1b111fd4" providerId="LiveId" clId="{248D94EA-F3A9-4D09-B46B-7B54C756DCF1}" dt="2025-08-14T23:36:37.236" v="11737" actId="478"/>
          <ac:picMkLst>
            <pc:docMk/>
            <pc:sldMk cId="3275654907" sldId="272"/>
            <ac:picMk id="10" creationId="{8E080D02-5195-3D37-45C6-BFFDE25C31D6}"/>
          </ac:picMkLst>
        </pc:picChg>
        <pc:picChg chg="add mod ord">
          <ac:chgData name="Bryan Coronado" userId="4e37a65b1b111fd4" providerId="LiveId" clId="{248D94EA-F3A9-4D09-B46B-7B54C756DCF1}" dt="2025-08-14T23:41:51.107" v="12187" actId="1076"/>
          <ac:picMkLst>
            <pc:docMk/>
            <pc:sldMk cId="3275654907" sldId="272"/>
            <ac:picMk id="12" creationId="{D1D60CBA-ECFC-7B93-79E3-96D1965F2E76}"/>
          </ac:picMkLst>
        </pc:picChg>
      </pc:sldChg>
      <pc:sldChg chg="addSp delSp modSp mod setBg modAnim">
        <pc:chgData name="Bryan Coronado" userId="4e37a65b1b111fd4" providerId="LiveId" clId="{248D94EA-F3A9-4D09-B46B-7B54C756DCF1}" dt="2025-08-15T00:17:53.988" v="13624" actId="20577"/>
        <pc:sldMkLst>
          <pc:docMk/>
          <pc:sldMk cId="2957338375" sldId="273"/>
        </pc:sldMkLst>
        <pc:spChg chg="del">
          <ac:chgData name="Bryan Coronado" userId="4e37a65b1b111fd4" providerId="LiveId" clId="{248D94EA-F3A9-4D09-B46B-7B54C756DCF1}" dt="2025-08-15T00:12:31.936" v="12947" actId="478"/>
          <ac:spMkLst>
            <pc:docMk/>
            <pc:sldMk cId="2957338375" sldId="273"/>
            <ac:spMk id="2" creationId="{F3D064CD-0E2A-209C-AED0-C6D593611366}"/>
          </ac:spMkLst>
        </pc:spChg>
        <pc:spChg chg="add del mod">
          <ac:chgData name="Bryan Coronado" userId="4e37a65b1b111fd4" providerId="LiveId" clId="{248D94EA-F3A9-4D09-B46B-7B54C756DCF1}" dt="2025-08-15T00:12:34.598" v="12948" actId="478"/>
          <ac:spMkLst>
            <pc:docMk/>
            <pc:sldMk cId="2957338375" sldId="273"/>
            <ac:spMk id="4" creationId="{1FAEF028-E255-2656-2534-B83271EA35FA}"/>
          </ac:spMkLst>
        </pc:spChg>
        <pc:spChg chg="add del mod ord">
          <ac:chgData name="Bryan Coronado" userId="4e37a65b1b111fd4" providerId="LiveId" clId="{248D94EA-F3A9-4D09-B46B-7B54C756DCF1}" dt="2025-08-15T00:14:25.727" v="12962" actId="478"/>
          <ac:spMkLst>
            <pc:docMk/>
            <pc:sldMk cId="2957338375" sldId="273"/>
            <ac:spMk id="6" creationId="{1329769A-8B53-A3C3-AE5E-D2B77E7CBF4B}"/>
          </ac:spMkLst>
        </pc:spChg>
        <pc:spChg chg="add del mod">
          <ac:chgData name="Bryan Coronado" userId="4e37a65b1b111fd4" providerId="LiveId" clId="{248D94EA-F3A9-4D09-B46B-7B54C756DCF1}" dt="2025-08-15T00:14:00.423" v="12954" actId="22"/>
          <ac:spMkLst>
            <pc:docMk/>
            <pc:sldMk cId="2957338375" sldId="273"/>
            <ac:spMk id="8" creationId="{297B792F-44D7-326D-8AF2-9B0C1A449EBF}"/>
          </ac:spMkLst>
        </pc:spChg>
        <pc:spChg chg="add mod">
          <ac:chgData name="Bryan Coronado" userId="4e37a65b1b111fd4" providerId="LiveId" clId="{248D94EA-F3A9-4D09-B46B-7B54C756DCF1}" dt="2025-08-15T00:17:53.988" v="13624" actId="20577"/>
          <ac:spMkLst>
            <pc:docMk/>
            <pc:sldMk cId="2957338375" sldId="273"/>
            <ac:spMk id="13" creationId="{D78C66CC-0AE5-1DF2-6DD3-0437589C6F06}"/>
          </ac:spMkLst>
        </pc:spChg>
        <pc:spChg chg="add del">
          <ac:chgData name="Bryan Coronado" userId="4e37a65b1b111fd4" providerId="LiveId" clId="{248D94EA-F3A9-4D09-B46B-7B54C756DCF1}" dt="2025-08-15T00:14:07.401" v="12957" actId="26606"/>
          <ac:spMkLst>
            <pc:docMk/>
            <pc:sldMk cId="2957338375" sldId="273"/>
            <ac:spMk id="21" creationId="{8DA14841-53A4-4935-BE65-C8373B8A6D06}"/>
          </ac:spMkLst>
        </pc:spChg>
        <pc:spChg chg="add del">
          <ac:chgData name="Bryan Coronado" userId="4e37a65b1b111fd4" providerId="LiveId" clId="{248D94EA-F3A9-4D09-B46B-7B54C756DCF1}" dt="2025-08-15T00:14:07.401" v="12957" actId="26606"/>
          <ac:spMkLst>
            <pc:docMk/>
            <pc:sldMk cId="2957338375" sldId="273"/>
            <ac:spMk id="23" creationId="{9877C2CF-B2DD-41C8-8B5E-152673376B41}"/>
          </ac:spMkLst>
        </pc:spChg>
        <pc:spChg chg="add del">
          <ac:chgData name="Bryan Coronado" userId="4e37a65b1b111fd4" providerId="LiveId" clId="{248D94EA-F3A9-4D09-B46B-7B54C756DCF1}" dt="2025-08-15T00:14:07.401" v="12957" actId="26606"/>
          <ac:spMkLst>
            <pc:docMk/>
            <pc:sldMk cId="2957338375" sldId="273"/>
            <ac:spMk id="25" creationId="{D377EE36-E59D-4778-8F99-4B470DA4A306}"/>
          </ac:spMkLst>
        </pc:spChg>
        <pc:spChg chg="add del">
          <ac:chgData name="Bryan Coronado" userId="4e37a65b1b111fd4" providerId="LiveId" clId="{248D94EA-F3A9-4D09-B46B-7B54C756DCF1}" dt="2025-08-15T00:14:07.401" v="12957" actId="26606"/>
          <ac:spMkLst>
            <pc:docMk/>
            <pc:sldMk cId="2957338375" sldId="273"/>
            <ac:spMk id="27" creationId="{2586C6C5-47AF-450A-932D-880EF823E596}"/>
          </ac:spMkLst>
        </pc:spChg>
        <pc:spChg chg="add del">
          <ac:chgData name="Bryan Coronado" userId="4e37a65b1b111fd4" providerId="LiveId" clId="{248D94EA-F3A9-4D09-B46B-7B54C756DCF1}" dt="2025-08-15T00:14:07.401" v="12957" actId="26606"/>
          <ac:spMkLst>
            <pc:docMk/>
            <pc:sldMk cId="2957338375" sldId="273"/>
            <ac:spMk id="29" creationId="{A587901A-AA64-4940-9803-F67677851150}"/>
          </ac:spMkLst>
        </pc:spChg>
        <pc:spChg chg="add del">
          <ac:chgData name="Bryan Coronado" userId="4e37a65b1b111fd4" providerId="LiveId" clId="{248D94EA-F3A9-4D09-B46B-7B54C756DCF1}" dt="2025-08-15T00:14:07.401" v="12957" actId="26606"/>
          <ac:spMkLst>
            <pc:docMk/>
            <pc:sldMk cId="2957338375" sldId="273"/>
            <ac:spMk id="37" creationId="{5BF951FB-3496-4321-9E03-62C6C49A2952}"/>
          </ac:spMkLst>
        </pc:spChg>
        <pc:spChg chg="add del">
          <ac:chgData name="Bryan Coronado" userId="4e37a65b1b111fd4" providerId="LiveId" clId="{248D94EA-F3A9-4D09-B46B-7B54C756DCF1}" dt="2025-08-15T00:14:07.401" v="12957" actId="26606"/>
          <ac:spMkLst>
            <pc:docMk/>
            <pc:sldMk cId="2957338375" sldId="273"/>
            <ac:spMk id="39" creationId="{612CC157-1C7E-4345-89D3-52E61E0A142B}"/>
          </ac:spMkLst>
        </pc:spChg>
        <pc:spChg chg="add del">
          <ac:chgData name="Bryan Coronado" userId="4e37a65b1b111fd4" providerId="LiveId" clId="{248D94EA-F3A9-4D09-B46B-7B54C756DCF1}" dt="2025-08-15T00:14:07.401" v="12957" actId="26606"/>
          <ac:spMkLst>
            <pc:docMk/>
            <pc:sldMk cId="2957338375" sldId="273"/>
            <ac:spMk id="41" creationId="{B3554ECE-6F4C-4F12-B9C2-1A8072672313}"/>
          </ac:spMkLst>
        </pc:spChg>
        <pc:spChg chg="add del">
          <ac:chgData name="Bryan Coronado" userId="4e37a65b1b111fd4" providerId="LiveId" clId="{248D94EA-F3A9-4D09-B46B-7B54C756DCF1}" dt="2025-08-15T00:14:07.401" v="12957" actId="26606"/>
          <ac:spMkLst>
            <pc:docMk/>
            <pc:sldMk cId="2957338375" sldId="273"/>
            <ac:spMk id="43" creationId="{1D35B0FD-0F2F-4198-91DA-900B7FB3F9C6}"/>
          </ac:spMkLst>
        </pc:spChg>
        <pc:picChg chg="del mod">
          <ac:chgData name="Bryan Coronado" userId="4e37a65b1b111fd4" providerId="LiveId" clId="{248D94EA-F3A9-4D09-B46B-7B54C756DCF1}" dt="2025-08-15T00:13:58.386" v="12951" actId="478"/>
          <ac:picMkLst>
            <pc:docMk/>
            <pc:sldMk cId="2957338375" sldId="273"/>
            <ac:picMk id="5" creationId="{C80A4B9F-0F4D-641C-7052-73C29A30AA23}"/>
          </ac:picMkLst>
        </pc:picChg>
        <pc:picChg chg="add del">
          <ac:chgData name="Bryan Coronado" userId="4e37a65b1b111fd4" providerId="LiveId" clId="{248D94EA-F3A9-4D09-B46B-7B54C756DCF1}" dt="2025-08-15T00:13:59.615" v="12953" actId="22"/>
          <ac:picMkLst>
            <pc:docMk/>
            <pc:sldMk cId="2957338375" sldId="273"/>
            <ac:picMk id="10" creationId="{281F3BB4-8FF1-AB15-2FAB-06B7A8C68832}"/>
          </ac:picMkLst>
        </pc:picChg>
        <pc:picChg chg="add mod ord">
          <ac:chgData name="Bryan Coronado" userId="4e37a65b1b111fd4" providerId="LiveId" clId="{248D94EA-F3A9-4D09-B46B-7B54C756DCF1}" dt="2025-08-15T00:14:50.650" v="12971" actId="14100"/>
          <ac:picMkLst>
            <pc:docMk/>
            <pc:sldMk cId="2957338375" sldId="273"/>
            <ac:picMk id="12" creationId="{CDC4A4D1-9920-3B87-DF7E-91832AD73BC7}"/>
          </ac:picMkLst>
        </pc:picChg>
      </pc:sldChg>
      <pc:sldChg chg="addSp delSp modSp mod modAnim">
        <pc:chgData name="Bryan Coronado" userId="4e37a65b1b111fd4" providerId="LiveId" clId="{248D94EA-F3A9-4D09-B46B-7B54C756DCF1}" dt="2025-08-15T01:08:24.872" v="16394"/>
        <pc:sldMkLst>
          <pc:docMk/>
          <pc:sldMk cId="866170723" sldId="274"/>
        </pc:sldMkLst>
        <pc:spChg chg="del mod">
          <ac:chgData name="Bryan Coronado" userId="4e37a65b1b111fd4" providerId="LiveId" clId="{248D94EA-F3A9-4D09-B46B-7B54C756DCF1}" dt="2025-08-15T00:18:30.358" v="13627" actId="478"/>
          <ac:spMkLst>
            <pc:docMk/>
            <pc:sldMk cId="866170723" sldId="274"/>
            <ac:spMk id="2" creationId="{F69AA795-DABA-5792-F5CC-E6EA201055B4}"/>
          </ac:spMkLst>
        </pc:spChg>
        <pc:spChg chg="mod">
          <ac:chgData name="Bryan Coronado" userId="4e37a65b1b111fd4" providerId="LiveId" clId="{248D94EA-F3A9-4D09-B46B-7B54C756DCF1}" dt="2025-08-15T00:23:44.114" v="13940" actId="123"/>
          <ac:spMkLst>
            <pc:docMk/>
            <pc:sldMk cId="866170723" sldId="274"/>
            <ac:spMk id="3" creationId="{1E598418-0E28-9D7B-8A03-E2E2F0DC81E9}"/>
          </ac:spMkLst>
        </pc:spChg>
        <pc:spChg chg="add mod">
          <ac:chgData name="Bryan Coronado" userId="4e37a65b1b111fd4" providerId="LiveId" clId="{248D94EA-F3A9-4D09-B46B-7B54C756DCF1}" dt="2025-08-15T00:18:54.649" v="13641" actId="27636"/>
          <ac:spMkLst>
            <pc:docMk/>
            <pc:sldMk cId="866170723" sldId="274"/>
            <ac:spMk id="4" creationId="{B56BCC32-CBE7-EF35-2BAF-0A876C0E2686}"/>
          </ac:spMkLst>
        </pc:spChg>
        <pc:spChg chg="add del mod">
          <ac:chgData name="Bryan Coronado" userId="4e37a65b1b111fd4" providerId="LiveId" clId="{248D94EA-F3A9-4D09-B46B-7B54C756DCF1}" dt="2025-08-15T00:18:33.703" v="13628" actId="478"/>
          <ac:spMkLst>
            <pc:docMk/>
            <pc:sldMk cId="866170723" sldId="274"/>
            <ac:spMk id="6" creationId="{838E0B75-1A83-08C9-F1AB-1FFDF436E387}"/>
          </ac:spMkLst>
        </pc:spChg>
      </pc:sldChg>
      <pc:sldChg chg="del">
        <pc:chgData name="Bryan Coronado" userId="4e37a65b1b111fd4" providerId="LiveId" clId="{248D94EA-F3A9-4D09-B46B-7B54C756DCF1}" dt="2025-08-14T20:43:27.706" v="2212" actId="47"/>
        <pc:sldMkLst>
          <pc:docMk/>
          <pc:sldMk cId="3672196437" sldId="275"/>
        </pc:sldMkLst>
      </pc:sldChg>
      <pc:sldChg chg="addSp delSp modSp new mod modAnim">
        <pc:chgData name="Bryan Coronado" userId="4e37a65b1b111fd4" providerId="LiveId" clId="{248D94EA-F3A9-4D09-B46B-7B54C756DCF1}" dt="2025-08-15T00:24:44.984" v="14054" actId="1076"/>
        <pc:sldMkLst>
          <pc:docMk/>
          <pc:sldMk cId="271054954" sldId="276"/>
        </pc:sldMkLst>
        <pc:spChg chg="del mod">
          <ac:chgData name="Bryan Coronado" userId="4e37a65b1b111fd4" providerId="LiveId" clId="{248D94EA-F3A9-4D09-B46B-7B54C756DCF1}" dt="2025-08-14T20:28:44.257" v="952" actId="478"/>
          <ac:spMkLst>
            <pc:docMk/>
            <pc:sldMk cId="271054954" sldId="276"/>
            <ac:spMk id="2" creationId="{CEE9D35B-56E5-85F4-D259-E6B5F3405911}"/>
          </ac:spMkLst>
        </pc:spChg>
        <pc:spChg chg="mod">
          <ac:chgData name="Bryan Coronado" userId="4e37a65b1b111fd4" providerId="LiveId" clId="{248D94EA-F3A9-4D09-B46B-7B54C756DCF1}" dt="2025-08-15T00:24:44.984" v="14054" actId="1076"/>
          <ac:spMkLst>
            <pc:docMk/>
            <pc:sldMk cId="271054954" sldId="276"/>
            <ac:spMk id="3" creationId="{987B86FE-8DAD-A90B-95B3-C3E238243DD8}"/>
          </ac:spMkLst>
        </pc:spChg>
        <pc:spChg chg="add del mod">
          <ac:chgData name="Bryan Coronado" userId="4e37a65b1b111fd4" providerId="LiveId" clId="{248D94EA-F3A9-4D09-B46B-7B54C756DCF1}" dt="2025-08-14T20:28:48.163" v="953" actId="478"/>
          <ac:spMkLst>
            <pc:docMk/>
            <pc:sldMk cId="271054954" sldId="276"/>
            <ac:spMk id="7" creationId="{6E111852-0DB5-1596-A991-24631516366E}"/>
          </ac:spMkLst>
        </pc:spChg>
        <pc:picChg chg="add mod">
          <ac:chgData name="Bryan Coronado" userId="4e37a65b1b111fd4" providerId="LiveId" clId="{248D94EA-F3A9-4D09-B46B-7B54C756DCF1}" dt="2025-08-15T00:21:01.674" v="13840" actId="1076"/>
          <ac:picMkLst>
            <pc:docMk/>
            <pc:sldMk cId="271054954" sldId="276"/>
            <ac:picMk id="5" creationId="{DA44B834-7D92-7F6C-4F17-03D7FB6FE7DD}"/>
          </ac:picMkLst>
        </pc:picChg>
        <pc:picChg chg="add mod">
          <ac:chgData name="Bryan Coronado" userId="4e37a65b1b111fd4" providerId="LiveId" clId="{248D94EA-F3A9-4D09-B46B-7B54C756DCF1}" dt="2025-08-15T00:21:00.387" v="13839" actId="1076"/>
          <ac:picMkLst>
            <pc:docMk/>
            <pc:sldMk cId="271054954" sldId="276"/>
            <ac:picMk id="9" creationId="{39002E70-263B-3BED-6C43-5A340627D439}"/>
          </ac:picMkLst>
        </pc:picChg>
      </pc:sldChg>
      <pc:sldChg chg="addSp delSp modSp new mod modAnim">
        <pc:chgData name="Bryan Coronado" userId="4e37a65b1b111fd4" providerId="LiveId" clId="{248D94EA-F3A9-4D09-B46B-7B54C756DCF1}" dt="2025-08-15T00:29:33.712" v="14178" actId="255"/>
        <pc:sldMkLst>
          <pc:docMk/>
          <pc:sldMk cId="3543039209" sldId="277"/>
        </pc:sldMkLst>
        <pc:spChg chg="del">
          <ac:chgData name="Bryan Coronado" userId="4e37a65b1b111fd4" providerId="LiveId" clId="{248D94EA-F3A9-4D09-B46B-7B54C756DCF1}" dt="2025-08-14T20:29:56.812" v="966" actId="478"/>
          <ac:spMkLst>
            <pc:docMk/>
            <pc:sldMk cId="3543039209" sldId="277"/>
            <ac:spMk id="2" creationId="{BCE6CC3B-39DD-21E6-D1C1-615F709A3A34}"/>
          </ac:spMkLst>
        </pc:spChg>
        <pc:spChg chg="mod">
          <ac:chgData name="Bryan Coronado" userId="4e37a65b1b111fd4" providerId="LiveId" clId="{248D94EA-F3A9-4D09-B46B-7B54C756DCF1}" dt="2025-08-15T00:29:28.811" v="14177" actId="27636"/>
          <ac:spMkLst>
            <pc:docMk/>
            <pc:sldMk cId="3543039209" sldId="277"/>
            <ac:spMk id="3" creationId="{2D01EDE6-5386-C6C4-FA69-814DE11DA488}"/>
          </ac:spMkLst>
        </pc:spChg>
        <pc:spChg chg="add mod">
          <ac:chgData name="Bryan Coronado" userId="4e37a65b1b111fd4" providerId="LiveId" clId="{248D94EA-F3A9-4D09-B46B-7B54C756DCF1}" dt="2025-08-15T00:29:33.712" v="14178" actId="255"/>
          <ac:spMkLst>
            <pc:docMk/>
            <pc:sldMk cId="3543039209" sldId="277"/>
            <ac:spMk id="6" creationId="{251A1B08-F407-0B49-77DF-88B9860F024D}"/>
          </ac:spMkLst>
        </pc:spChg>
        <pc:picChg chg="add mod">
          <ac:chgData name="Bryan Coronado" userId="4e37a65b1b111fd4" providerId="LiveId" clId="{248D94EA-F3A9-4D09-B46B-7B54C756DCF1}" dt="2025-08-15T00:24:58.133" v="14056" actId="14100"/>
          <ac:picMkLst>
            <pc:docMk/>
            <pc:sldMk cId="3543039209" sldId="277"/>
            <ac:picMk id="5" creationId="{00201415-72C4-8B2F-79CF-AEA1C78C3C26}"/>
          </ac:picMkLst>
        </pc:picChg>
        <pc:picChg chg="add del mod">
          <ac:chgData name="Bryan Coronado" userId="4e37a65b1b111fd4" providerId="LiveId" clId="{248D94EA-F3A9-4D09-B46B-7B54C756DCF1}" dt="2025-08-15T00:27:17.404" v="14082" actId="478"/>
          <ac:picMkLst>
            <pc:docMk/>
            <pc:sldMk cId="3543039209" sldId="277"/>
            <ac:picMk id="8" creationId="{D5355D3E-CA28-4EA8-5ADD-060F790FEB0D}"/>
          </ac:picMkLst>
        </pc:picChg>
        <pc:picChg chg="add mod">
          <ac:chgData name="Bryan Coronado" userId="4e37a65b1b111fd4" providerId="LiveId" clId="{248D94EA-F3A9-4D09-B46B-7B54C756DCF1}" dt="2025-08-15T00:27:32.522" v="14089" actId="14100"/>
          <ac:picMkLst>
            <pc:docMk/>
            <pc:sldMk cId="3543039209" sldId="277"/>
            <ac:picMk id="14" creationId="{FA5A9CA5-3E28-11BB-EAD6-358C02F9A46E}"/>
          </ac:picMkLst>
        </pc:picChg>
        <pc:cxnChg chg="add mod">
          <ac:chgData name="Bryan Coronado" userId="4e37a65b1b111fd4" providerId="LiveId" clId="{248D94EA-F3A9-4D09-B46B-7B54C756DCF1}" dt="2025-08-15T00:25:37.258" v="14073" actId="13822"/>
          <ac:cxnSpMkLst>
            <pc:docMk/>
            <pc:sldMk cId="3543039209" sldId="277"/>
            <ac:cxnSpMk id="10" creationId="{1E46A4CC-531E-6709-AAE7-AAB88D255310}"/>
          </ac:cxnSpMkLst>
        </pc:cxnChg>
        <pc:cxnChg chg="add mod">
          <ac:chgData name="Bryan Coronado" userId="4e37a65b1b111fd4" providerId="LiveId" clId="{248D94EA-F3A9-4D09-B46B-7B54C756DCF1}" dt="2025-08-15T00:25:49.497" v="14075" actId="13822"/>
          <ac:cxnSpMkLst>
            <pc:docMk/>
            <pc:sldMk cId="3543039209" sldId="277"/>
            <ac:cxnSpMk id="12" creationId="{E6A8BAD2-7152-B1BF-CBB4-09B111041761}"/>
          </ac:cxnSpMkLst>
        </pc:cxnChg>
      </pc:sldChg>
      <pc:sldChg chg="addSp delSp modSp new mod setBg modAnim">
        <pc:chgData name="Bryan Coronado" userId="4e37a65b1b111fd4" providerId="LiveId" clId="{248D94EA-F3A9-4D09-B46B-7B54C756DCF1}" dt="2025-08-15T01:06:06.323" v="16369"/>
        <pc:sldMkLst>
          <pc:docMk/>
          <pc:sldMk cId="2080009826" sldId="278"/>
        </pc:sldMkLst>
        <pc:spChg chg="del">
          <ac:chgData name="Bryan Coronado" userId="4e37a65b1b111fd4" providerId="LiveId" clId="{248D94EA-F3A9-4D09-B46B-7B54C756DCF1}" dt="2025-08-14T20:34:35.880" v="1681" actId="478"/>
          <ac:spMkLst>
            <pc:docMk/>
            <pc:sldMk cId="2080009826" sldId="278"/>
            <ac:spMk id="2" creationId="{767A318F-7E1C-9086-350A-2FF16EDB7A47}"/>
          </ac:spMkLst>
        </pc:spChg>
        <pc:spChg chg="mod ord">
          <ac:chgData name="Bryan Coronado" userId="4e37a65b1b111fd4" providerId="LiveId" clId="{248D94EA-F3A9-4D09-B46B-7B54C756DCF1}" dt="2025-08-15T00:44:23.365" v="14362" actId="1076"/>
          <ac:spMkLst>
            <pc:docMk/>
            <pc:sldMk cId="2080009826" sldId="278"/>
            <ac:spMk id="3" creationId="{9AD54FF4-7D26-28BA-9D6F-7ACB679EB173}"/>
          </ac:spMkLst>
        </pc:spChg>
        <pc:spChg chg="add mod">
          <ac:chgData name="Bryan Coronado" userId="4e37a65b1b111fd4" providerId="LiveId" clId="{248D94EA-F3A9-4D09-B46B-7B54C756DCF1}" dt="2025-08-15T00:46:02.070" v="14775" actId="20577"/>
          <ac:spMkLst>
            <pc:docMk/>
            <pc:sldMk cId="2080009826" sldId="278"/>
            <ac:spMk id="14" creationId="{5EA1569F-925A-FDAF-DEE6-FDD2F2187DD9}"/>
          </ac:spMkLst>
        </pc:spChg>
        <pc:spChg chg="add del">
          <ac:chgData name="Bryan Coronado" userId="4e37a65b1b111fd4" providerId="LiveId" clId="{248D94EA-F3A9-4D09-B46B-7B54C756DCF1}" dt="2025-08-15T00:31:46.747" v="14197" actId="26606"/>
          <ac:spMkLst>
            <pc:docMk/>
            <pc:sldMk cId="2080009826" sldId="278"/>
            <ac:spMk id="16" creationId="{EE80C9D3-581D-4F94-9602-B6B708C1C130}"/>
          </ac:spMkLst>
        </pc:spChg>
        <pc:spChg chg="add del">
          <ac:chgData name="Bryan Coronado" userId="4e37a65b1b111fd4" providerId="LiveId" clId="{248D94EA-F3A9-4D09-B46B-7B54C756DCF1}" dt="2025-08-15T00:31:46.747" v="14197" actId="26606"/>
          <ac:spMkLst>
            <pc:docMk/>
            <pc:sldMk cId="2080009826" sldId="278"/>
            <ac:spMk id="22" creationId="{A8E12A96-2B78-465B-A2B8-A8E9DD711AEA}"/>
          </ac:spMkLst>
        </pc:spChg>
        <pc:spChg chg="add del">
          <ac:chgData name="Bryan Coronado" userId="4e37a65b1b111fd4" providerId="LiveId" clId="{248D94EA-F3A9-4D09-B46B-7B54C756DCF1}" dt="2025-08-15T00:31:45.317" v="14196" actId="26606"/>
          <ac:spMkLst>
            <pc:docMk/>
            <pc:sldMk cId="2080009826" sldId="278"/>
            <ac:spMk id="24" creationId="{58033E9E-E33E-4351-9B15-A35E144A7AC2}"/>
          </ac:spMkLst>
        </pc:spChg>
        <pc:spChg chg="add del">
          <ac:chgData name="Bryan Coronado" userId="4e37a65b1b111fd4" providerId="LiveId" clId="{248D94EA-F3A9-4D09-B46B-7B54C756DCF1}" dt="2025-08-15T00:31:46.747" v="14197" actId="26606"/>
          <ac:spMkLst>
            <pc:docMk/>
            <pc:sldMk cId="2080009826" sldId="278"/>
            <ac:spMk id="26" creationId="{CB47C71A-EFE6-464E-A6BC-2B97788D5509}"/>
          </ac:spMkLst>
        </pc:spChg>
        <pc:spChg chg="add del">
          <ac:chgData name="Bryan Coronado" userId="4e37a65b1b111fd4" providerId="LiveId" clId="{248D94EA-F3A9-4D09-B46B-7B54C756DCF1}" dt="2025-08-15T00:31:46.747" v="14197" actId="26606"/>
          <ac:spMkLst>
            <pc:docMk/>
            <pc:sldMk cId="2080009826" sldId="278"/>
            <ac:spMk id="28" creationId="{B976FD44-391B-4243-8035-CEE0AB037BCE}"/>
          </ac:spMkLst>
        </pc:spChg>
        <pc:spChg chg="add del">
          <ac:chgData name="Bryan Coronado" userId="4e37a65b1b111fd4" providerId="LiveId" clId="{248D94EA-F3A9-4D09-B46B-7B54C756DCF1}" dt="2025-08-15T00:31:46.747" v="14197" actId="26606"/>
          <ac:spMkLst>
            <pc:docMk/>
            <pc:sldMk cId="2080009826" sldId="278"/>
            <ac:spMk id="33" creationId="{5C20B5AE-2DF3-4293-AD4D-C11AD233A6B4}"/>
          </ac:spMkLst>
        </pc:spChg>
        <pc:spChg chg="add del">
          <ac:chgData name="Bryan Coronado" userId="4e37a65b1b111fd4" providerId="LiveId" clId="{248D94EA-F3A9-4D09-B46B-7B54C756DCF1}" dt="2025-08-15T00:31:46.747" v="14197" actId="26606"/>
          <ac:spMkLst>
            <pc:docMk/>
            <pc:sldMk cId="2080009826" sldId="278"/>
            <ac:spMk id="39" creationId="{95F478F0-A936-4A06-87B1-1673DAA3C24C}"/>
          </ac:spMkLst>
        </pc:spChg>
        <pc:spChg chg="del">
          <ac:chgData name="Bryan Coronado" userId="4e37a65b1b111fd4" providerId="LiveId" clId="{248D94EA-F3A9-4D09-B46B-7B54C756DCF1}" dt="2025-08-15T00:31:46.747" v="14197" actId="26606"/>
          <ac:spMkLst>
            <pc:docMk/>
            <pc:sldMk cId="2080009826" sldId="278"/>
            <ac:spMk id="41" creationId="{1A17DFA8-DCB0-4F81-8ACD-2EF401B7B754}"/>
          </ac:spMkLst>
        </pc:spChg>
        <pc:spChg chg="add del">
          <ac:chgData name="Bryan Coronado" userId="4e37a65b1b111fd4" providerId="LiveId" clId="{248D94EA-F3A9-4D09-B46B-7B54C756DCF1}" dt="2025-08-15T00:31:46.747" v="14197" actId="26606"/>
          <ac:spMkLst>
            <pc:docMk/>
            <pc:sldMk cId="2080009826" sldId="278"/>
            <ac:spMk id="43" creationId="{4C92049A-F832-48F5-B41A-162E03B40AAA}"/>
          </ac:spMkLst>
        </pc:spChg>
        <pc:spChg chg="add del">
          <ac:chgData name="Bryan Coronado" userId="4e37a65b1b111fd4" providerId="LiveId" clId="{248D94EA-F3A9-4D09-B46B-7B54C756DCF1}" dt="2025-08-15T00:31:46.747" v="14197" actId="26606"/>
          <ac:spMkLst>
            <pc:docMk/>
            <pc:sldMk cId="2080009826" sldId="278"/>
            <ac:spMk id="45" creationId="{80D2A828-1594-434F-8D9B-E1475EF72CE1}"/>
          </ac:spMkLst>
        </pc:spChg>
        <pc:picChg chg="add del mod">
          <ac:chgData name="Bryan Coronado" userId="4e37a65b1b111fd4" providerId="LiveId" clId="{248D94EA-F3A9-4D09-B46B-7B54C756DCF1}" dt="2025-08-14T20:35:43.044" v="1775" actId="478"/>
          <ac:picMkLst>
            <pc:docMk/>
            <pc:sldMk cId="2080009826" sldId="278"/>
            <ac:picMk id="5" creationId="{9EF3F863-5B7D-A4F8-EB7B-4B9FCBB4EED3}"/>
          </ac:picMkLst>
        </pc:picChg>
        <pc:picChg chg="add del mod">
          <ac:chgData name="Bryan Coronado" userId="4e37a65b1b111fd4" providerId="LiveId" clId="{248D94EA-F3A9-4D09-B46B-7B54C756DCF1}" dt="2025-08-15T00:31:04.496" v="14181" actId="478"/>
          <ac:picMkLst>
            <pc:docMk/>
            <pc:sldMk cId="2080009826" sldId="278"/>
            <ac:picMk id="7" creationId="{90ED6ADF-8A6F-AE87-38E4-F2CA0F094241}"/>
          </ac:picMkLst>
        </pc:picChg>
        <pc:picChg chg="add del mod">
          <ac:chgData name="Bryan Coronado" userId="4e37a65b1b111fd4" providerId="LiveId" clId="{248D94EA-F3A9-4D09-B46B-7B54C756DCF1}" dt="2025-08-15T00:33:51.518" v="14198" actId="478"/>
          <ac:picMkLst>
            <pc:docMk/>
            <pc:sldMk cId="2080009826" sldId="278"/>
            <ac:picMk id="9" creationId="{F7C9E571-59C5-82BF-2BAA-DEBCEEB6B40B}"/>
          </ac:picMkLst>
        </pc:picChg>
        <pc:picChg chg="add mod">
          <ac:chgData name="Bryan Coronado" userId="4e37a65b1b111fd4" providerId="LiveId" clId="{248D94EA-F3A9-4D09-B46B-7B54C756DCF1}" dt="2025-08-15T00:34:06.974" v="14206" actId="14100"/>
          <ac:picMkLst>
            <pc:docMk/>
            <pc:sldMk cId="2080009826" sldId="278"/>
            <ac:picMk id="11" creationId="{24E0945A-74B9-63BA-B6E0-98E0A50743ED}"/>
          </ac:picMkLst>
        </pc:picChg>
        <pc:picChg chg="add mod">
          <ac:chgData name="Bryan Coronado" userId="4e37a65b1b111fd4" providerId="LiveId" clId="{248D94EA-F3A9-4D09-B46B-7B54C756DCF1}" dt="2025-08-15T00:34:09.899" v="14207" actId="14100"/>
          <ac:picMkLst>
            <pc:docMk/>
            <pc:sldMk cId="2080009826" sldId="278"/>
            <ac:picMk id="13" creationId="{6039893C-51EF-74CC-5FD9-11B32FE54C06}"/>
          </ac:picMkLst>
        </pc:picChg>
        <pc:picChg chg="add">
          <ac:chgData name="Bryan Coronado" userId="4e37a65b1b111fd4" providerId="LiveId" clId="{248D94EA-F3A9-4D09-B46B-7B54C756DCF1}" dt="2025-08-15T00:31:11.501" v="14185" actId="26606"/>
          <ac:picMkLst>
            <pc:docMk/>
            <pc:sldMk cId="2080009826" sldId="278"/>
            <ac:picMk id="18" creationId="{D3CD99E0-8BF7-406D-BD54-3DBF9156D7DD}"/>
          </ac:picMkLst>
        </pc:picChg>
        <pc:picChg chg="add">
          <ac:chgData name="Bryan Coronado" userId="4e37a65b1b111fd4" providerId="LiveId" clId="{248D94EA-F3A9-4D09-B46B-7B54C756DCF1}" dt="2025-08-15T00:31:11.501" v="14185" actId="26606"/>
          <ac:picMkLst>
            <pc:docMk/>
            <pc:sldMk cId="2080009826" sldId="278"/>
            <ac:picMk id="20" creationId="{3CD71877-3E29-46BA-8102-BA51BAC20B89}"/>
          </ac:picMkLst>
        </pc:picChg>
      </pc:sldChg>
      <pc:sldChg chg="addSp delSp modSp new mod modAnim">
        <pc:chgData name="Bryan Coronado" userId="4e37a65b1b111fd4" providerId="LiveId" clId="{248D94EA-F3A9-4D09-B46B-7B54C756DCF1}" dt="2025-08-15T01:06:37.205" v="16380"/>
        <pc:sldMkLst>
          <pc:docMk/>
          <pc:sldMk cId="3015044946" sldId="279"/>
        </pc:sldMkLst>
        <pc:spChg chg="del mod">
          <ac:chgData name="Bryan Coronado" userId="4e37a65b1b111fd4" providerId="LiveId" clId="{248D94EA-F3A9-4D09-B46B-7B54C756DCF1}" dt="2025-08-15T00:49:20.368" v="14794" actId="478"/>
          <ac:spMkLst>
            <pc:docMk/>
            <pc:sldMk cId="3015044946" sldId="279"/>
            <ac:spMk id="2" creationId="{261BE9A6-4710-715B-D98D-429E738551F6}"/>
          </ac:spMkLst>
        </pc:spChg>
        <pc:spChg chg="mod">
          <ac:chgData name="Bryan Coronado" userId="4e37a65b1b111fd4" providerId="LiveId" clId="{248D94EA-F3A9-4D09-B46B-7B54C756DCF1}" dt="2025-08-15T00:49:45.712" v="14807" actId="313"/>
          <ac:spMkLst>
            <pc:docMk/>
            <pc:sldMk cId="3015044946" sldId="279"/>
            <ac:spMk id="3" creationId="{F0B5C23F-C377-8B5A-5C08-58BB64F307E8}"/>
          </ac:spMkLst>
        </pc:spChg>
        <pc:spChg chg="add del mod">
          <ac:chgData name="Bryan Coronado" userId="4e37a65b1b111fd4" providerId="LiveId" clId="{248D94EA-F3A9-4D09-B46B-7B54C756DCF1}" dt="2025-08-15T00:49:23.811" v="14795" actId="478"/>
          <ac:spMkLst>
            <pc:docMk/>
            <pc:sldMk cId="3015044946" sldId="279"/>
            <ac:spMk id="11" creationId="{95DD4D34-65AD-6E1C-B4B9-01FA56357772}"/>
          </ac:spMkLst>
        </pc:spChg>
        <pc:picChg chg="add del mod">
          <ac:chgData name="Bryan Coronado" userId="4e37a65b1b111fd4" providerId="LiveId" clId="{248D94EA-F3A9-4D09-B46B-7B54C756DCF1}" dt="2025-08-15T00:48:43.706" v="14780" actId="478"/>
          <ac:picMkLst>
            <pc:docMk/>
            <pc:sldMk cId="3015044946" sldId="279"/>
            <ac:picMk id="5" creationId="{FFFAEB78-192F-CBF4-3FB4-069FE99FA263}"/>
          </ac:picMkLst>
        </pc:picChg>
        <pc:picChg chg="add mod">
          <ac:chgData name="Bryan Coronado" userId="4e37a65b1b111fd4" providerId="LiveId" clId="{248D94EA-F3A9-4D09-B46B-7B54C756DCF1}" dt="2025-08-15T00:49:54.638" v="14809" actId="1076"/>
          <ac:picMkLst>
            <pc:docMk/>
            <pc:sldMk cId="3015044946" sldId="279"/>
            <ac:picMk id="7" creationId="{5438B1EF-3379-4778-B362-79CA39CC5054}"/>
          </ac:picMkLst>
        </pc:picChg>
        <pc:picChg chg="add mod">
          <ac:chgData name="Bryan Coronado" userId="4e37a65b1b111fd4" providerId="LiveId" clId="{248D94EA-F3A9-4D09-B46B-7B54C756DCF1}" dt="2025-08-15T00:49:52.646" v="14808" actId="1076"/>
          <ac:picMkLst>
            <pc:docMk/>
            <pc:sldMk cId="3015044946" sldId="279"/>
            <ac:picMk id="9" creationId="{FE3A0C46-6AC5-BAC1-E562-2A792735E341}"/>
          </ac:picMkLst>
        </pc:picChg>
      </pc:sldChg>
      <pc:sldChg chg="addSp delSp modSp new mod setBg modAnim">
        <pc:chgData name="Bryan Coronado" userId="4e37a65b1b111fd4" providerId="LiveId" clId="{248D94EA-F3A9-4D09-B46B-7B54C756DCF1}" dt="2025-08-14T23:20:19.922" v="10801"/>
        <pc:sldMkLst>
          <pc:docMk/>
          <pc:sldMk cId="1854810320" sldId="280"/>
        </pc:sldMkLst>
        <pc:spChg chg="mod">
          <ac:chgData name="Bryan Coronado" userId="4e37a65b1b111fd4" providerId="LiveId" clId="{248D94EA-F3A9-4D09-B46B-7B54C756DCF1}" dt="2025-08-14T22:07:09.482" v="7522" actId="1076"/>
          <ac:spMkLst>
            <pc:docMk/>
            <pc:sldMk cId="1854810320" sldId="280"/>
            <ac:spMk id="2" creationId="{D52CA234-7ECD-F195-B60D-E9CAEEF89385}"/>
          </ac:spMkLst>
        </pc:spChg>
        <pc:spChg chg="del">
          <ac:chgData name="Bryan Coronado" userId="4e37a65b1b111fd4" providerId="LiveId" clId="{248D94EA-F3A9-4D09-B46B-7B54C756DCF1}" dt="2025-08-14T20:46:13.591" v="2303" actId="26606"/>
          <ac:spMkLst>
            <pc:docMk/>
            <pc:sldMk cId="1854810320" sldId="280"/>
            <ac:spMk id="3" creationId="{AE66BDE0-3E58-2C74-519B-1BC840186E94}"/>
          </ac:spMkLst>
        </pc:spChg>
        <pc:spChg chg="add mod">
          <ac:chgData name="Bryan Coronado" userId="4e37a65b1b111fd4" providerId="LiveId" clId="{248D94EA-F3A9-4D09-B46B-7B54C756DCF1}" dt="2025-08-14T22:05:42.285" v="7488" actId="255"/>
          <ac:spMkLst>
            <pc:docMk/>
            <pc:sldMk cId="1854810320" sldId="280"/>
            <ac:spMk id="4" creationId="{FFA4A53E-7105-338E-7924-754ACDBDD16A}"/>
          </ac:spMkLst>
        </pc:spChg>
        <pc:spChg chg="add del">
          <ac:chgData name="Bryan Coronado" userId="4e37a65b1b111fd4" providerId="LiveId" clId="{248D94EA-F3A9-4D09-B46B-7B54C756DCF1}" dt="2025-08-14T20:48:48.040" v="2480" actId="26606"/>
          <ac:spMkLst>
            <pc:docMk/>
            <pc:sldMk cId="1854810320" sldId="280"/>
            <ac:spMk id="13" creationId="{8DA14841-53A4-4935-BE65-C8373B8A6D06}"/>
          </ac:spMkLst>
        </pc:spChg>
        <pc:spChg chg="add del">
          <ac:chgData name="Bryan Coronado" userId="4e37a65b1b111fd4" providerId="LiveId" clId="{248D94EA-F3A9-4D09-B46B-7B54C756DCF1}" dt="2025-08-14T20:48:48.040" v="2480" actId="26606"/>
          <ac:spMkLst>
            <pc:docMk/>
            <pc:sldMk cId="1854810320" sldId="280"/>
            <ac:spMk id="15" creationId="{9877C2CF-B2DD-41C8-8B5E-152673376B41}"/>
          </ac:spMkLst>
        </pc:spChg>
        <pc:spChg chg="add del">
          <ac:chgData name="Bryan Coronado" userId="4e37a65b1b111fd4" providerId="LiveId" clId="{248D94EA-F3A9-4D09-B46B-7B54C756DCF1}" dt="2025-08-14T20:48:48.040" v="2480" actId="26606"/>
          <ac:spMkLst>
            <pc:docMk/>
            <pc:sldMk cId="1854810320" sldId="280"/>
            <ac:spMk id="17" creationId="{D377EE36-E59D-4778-8F99-4B470DA4A306}"/>
          </ac:spMkLst>
        </pc:spChg>
        <pc:spChg chg="add">
          <ac:chgData name="Bryan Coronado" userId="4e37a65b1b111fd4" providerId="LiveId" clId="{248D94EA-F3A9-4D09-B46B-7B54C756DCF1}" dt="2025-08-14T20:46:13.591" v="2303" actId="26606"/>
          <ac:spMkLst>
            <pc:docMk/>
            <pc:sldMk cId="1854810320" sldId="280"/>
            <ac:spMk id="19" creationId="{2586C6C5-47AF-450A-932D-880EF823E596}"/>
          </ac:spMkLst>
        </pc:spChg>
        <pc:spChg chg="add del">
          <ac:chgData name="Bryan Coronado" userId="4e37a65b1b111fd4" providerId="LiveId" clId="{248D94EA-F3A9-4D09-B46B-7B54C756DCF1}" dt="2025-08-14T20:48:48.040" v="2480" actId="26606"/>
          <ac:spMkLst>
            <pc:docMk/>
            <pc:sldMk cId="1854810320" sldId="280"/>
            <ac:spMk id="21" creationId="{A587901A-AA64-4940-9803-F67677851150}"/>
          </ac:spMkLst>
        </pc:spChg>
        <pc:spChg chg="add del">
          <ac:chgData name="Bryan Coronado" userId="4e37a65b1b111fd4" providerId="LiveId" clId="{248D94EA-F3A9-4D09-B46B-7B54C756DCF1}" dt="2025-08-14T20:48:48.040" v="2480" actId="26606"/>
          <ac:spMkLst>
            <pc:docMk/>
            <pc:sldMk cId="1854810320" sldId="280"/>
            <ac:spMk id="23" creationId="{147E635D-C3B4-465B-AF24-991B6BF63C49}"/>
          </ac:spMkLst>
        </pc:spChg>
        <pc:spChg chg="add del">
          <ac:chgData name="Bryan Coronado" userId="4e37a65b1b111fd4" providerId="LiveId" clId="{248D94EA-F3A9-4D09-B46B-7B54C756DCF1}" dt="2025-08-14T20:48:44.818" v="2479" actId="26606"/>
          <ac:spMkLst>
            <pc:docMk/>
            <pc:sldMk cId="1854810320" sldId="280"/>
            <ac:spMk id="29" creationId="{14E56C4B-C9E0-4F01-AF43-E69279A06A1C}"/>
          </ac:spMkLst>
        </pc:spChg>
        <pc:spChg chg="add">
          <ac:chgData name="Bryan Coronado" userId="4e37a65b1b111fd4" providerId="LiveId" clId="{248D94EA-F3A9-4D09-B46B-7B54C756DCF1}" dt="2025-08-14T20:46:13.591" v="2303" actId="26606"/>
          <ac:spMkLst>
            <pc:docMk/>
            <pc:sldMk cId="1854810320" sldId="280"/>
            <ac:spMk id="31" creationId="{8C654A17-56DA-4921-A42B-DE255FA66365}"/>
          </ac:spMkLst>
        </pc:spChg>
        <pc:spChg chg="add">
          <ac:chgData name="Bryan Coronado" userId="4e37a65b1b111fd4" providerId="LiveId" clId="{248D94EA-F3A9-4D09-B46B-7B54C756DCF1}" dt="2025-08-14T20:48:48.040" v="2480" actId="26606"/>
          <ac:spMkLst>
            <pc:docMk/>
            <pc:sldMk cId="1854810320" sldId="280"/>
            <ac:spMk id="33" creationId="{3FAD17B9-9E6C-4DD1-9728-97B5E5FCCAB2}"/>
          </ac:spMkLst>
        </pc:spChg>
        <pc:spChg chg="add">
          <ac:chgData name="Bryan Coronado" userId="4e37a65b1b111fd4" providerId="LiveId" clId="{248D94EA-F3A9-4D09-B46B-7B54C756DCF1}" dt="2025-08-14T20:48:48.040" v="2480" actId="26606"/>
          <ac:spMkLst>
            <pc:docMk/>
            <pc:sldMk cId="1854810320" sldId="280"/>
            <ac:spMk id="34" creationId="{D7AC3F90-A588-42FF-B41D-062A8D91B9E5}"/>
          </ac:spMkLst>
        </pc:spChg>
        <pc:spChg chg="add del">
          <ac:chgData name="Bryan Coronado" userId="4e37a65b1b111fd4" providerId="LiveId" clId="{248D94EA-F3A9-4D09-B46B-7B54C756DCF1}" dt="2025-08-14T20:48:44.818" v="2479" actId="26606"/>
          <ac:spMkLst>
            <pc:docMk/>
            <pc:sldMk cId="1854810320" sldId="280"/>
            <ac:spMk id="36" creationId="{3FAD17B9-9E6C-4DD1-9728-97B5E5FCCAB2}"/>
          </ac:spMkLst>
        </pc:spChg>
        <pc:spChg chg="add">
          <ac:chgData name="Bryan Coronado" userId="4e37a65b1b111fd4" providerId="LiveId" clId="{248D94EA-F3A9-4D09-B46B-7B54C756DCF1}" dt="2025-08-14T20:48:48.040" v="2480" actId="26606"/>
          <ac:spMkLst>
            <pc:docMk/>
            <pc:sldMk cId="1854810320" sldId="280"/>
            <ac:spMk id="37" creationId="{E1AADF25-43E9-4DE0-AD82-4F6052319136}"/>
          </ac:spMkLst>
        </pc:spChg>
        <pc:spChg chg="add del">
          <ac:chgData name="Bryan Coronado" userId="4e37a65b1b111fd4" providerId="LiveId" clId="{248D94EA-F3A9-4D09-B46B-7B54C756DCF1}" dt="2025-08-14T20:48:44.818" v="2479" actId="26606"/>
          <ac:spMkLst>
            <pc:docMk/>
            <pc:sldMk cId="1854810320" sldId="280"/>
            <ac:spMk id="38" creationId="{D7AC3F90-A588-42FF-B41D-062A8D91B9E5}"/>
          </ac:spMkLst>
        </pc:spChg>
        <pc:spChg chg="add">
          <ac:chgData name="Bryan Coronado" userId="4e37a65b1b111fd4" providerId="LiveId" clId="{248D94EA-F3A9-4D09-B46B-7B54C756DCF1}" dt="2025-08-14T20:48:48.040" v="2480" actId="26606"/>
          <ac:spMkLst>
            <pc:docMk/>
            <pc:sldMk cId="1854810320" sldId="280"/>
            <ac:spMk id="39" creationId="{CBC2D515-EF3C-4E4E-8BC1-192B21E92713}"/>
          </ac:spMkLst>
        </pc:spChg>
        <pc:spChg chg="add del">
          <ac:chgData name="Bryan Coronado" userId="4e37a65b1b111fd4" providerId="LiveId" clId="{248D94EA-F3A9-4D09-B46B-7B54C756DCF1}" dt="2025-08-14T20:48:44.818" v="2479" actId="26606"/>
          <ac:spMkLst>
            <pc:docMk/>
            <pc:sldMk cId="1854810320" sldId="280"/>
            <ac:spMk id="44" creationId="{CBC2D515-EF3C-4E4E-8BC1-192B21E92713}"/>
          </ac:spMkLst>
        </pc:spChg>
        <pc:picChg chg="mod">
          <ac:chgData name="Bryan Coronado" userId="4e37a65b1b111fd4" providerId="LiveId" clId="{248D94EA-F3A9-4D09-B46B-7B54C756DCF1}" dt="2025-08-14T20:49:01.266" v="2486" actId="1076"/>
          <ac:picMkLst>
            <pc:docMk/>
            <pc:sldMk cId="1854810320" sldId="280"/>
            <ac:picMk id="5" creationId="{50DFF35C-C0F1-E136-1D3D-CE30BC402BE4}"/>
          </ac:picMkLst>
        </pc:picChg>
      </pc:sldChg>
      <pc:sldChg chg="addSp delSp modSp new mod setBg modAnim">
        <pc:chgData name="Bryan Coronado" userId="4e37a65b1b111fd4" providerId="LiveId" clId="{248D94EA-F3A9-4D09-B46B-7B54C756DCF1}" dt="2025-08-15T00:52:33.850" v="14958" actId="20577"/>
        <pc:sldMkLst>
          <pc:docMk/>
          <pc:sldMk cId="1045390501" sldId="281"/>
        </pc:sldMkLst>
        <pc:spChg chg="del">
          <ac:chgData name="Bryan Coronado" userId="4e37a65b1b111fd4" providerId="LiveId" clId="{248D94EA-F3A9-4D09-B46B-7B54C756DCF1}" dt="2025-08-14T20:58:07.201" v="4408" actId="478"/>
          <ac:spMkLst>
            <pc:docMk/>
            <pc:sldMk cId="1045390501" sldId="281"/>
            <ac:spMk id="2" creationId="{C871CEA9-4E81-69B9-7BD5-6470EE4F0992}"/>
          </ac:spMkLst>
        </pc:spChg>
        <pc:spChg chg="mod ord">
          <ac:chgData name="Bryan Coronado" userId="4e37a65b1b111fd4" providerId="LiveId" clId="{248D94EA-F3A9-4D09-B46B-7B54C756DCF1}" dt="2025-08-15T00:52:33.850" v="14958" actId="20577"/>
          <ac:spMkLst>
            <pc:docMk/>
            <pc:sldMk cId="1045390501" sldId="281"/>
            <ac:spMk id="3" creationId="{2B2EE3B3-0B26-86F1-65CE-2B6F763BCF90}"/>
          </ac:spMkLst>
        </pc:spChg>
        <pc:spChg chg="add mod">
          <ac:chgData name="Bryan Coronado" userId="4e37a65b1b111fd4" providerId="LiveId" clId="{248D94EA-F3A9-4D09-B46B-7B54C756DCF1}" dt="2025-08-14T22:07:04.410" v="7521" actId="1076"/>
          <ac:spMkLst>
            <pc:docMk/>
            <pc:sldMk cId="1045390501" sldId="281"/>
            <ac:spMk id="5" creationId="{A49D326D-FB80-BE3E-D653-2DCDE2F5A3FC}"/>
          </ac:spMkLst>
        </pc:spChg>
        <pc:spChg chg="add">
          <ac:chgData name="Bryan Coronado" userId="4e37a65b1b111fd4" providerId="LiveId" clId="{248D94EA-F3A9-4D09-B46B-7B54C756DCF1}" dt="2025-08-14T20:58:34.003" v="4416" actId="26606"/>
          <ac:spMkLst>
            <pc:docMk/>
            <pc:sldMk cId="1045390501" sldId="281"/>
            <ac:spMk id="9" creationId="{3FAD17B9-9E6C-4DD1-9728-97B5E5FCCAB2}"/>
          </ac:spMkLst>
        </pc:spChg>
        <pc:spChg chg="add">
          <ac:chgData name="Bryan Coronado" userId="4e37a65b1b111fd4" providerId="LiveId" clId="{248D94EA-F3A9-4D09-B46B-7B54C756DCF1}" dt="2025-08-14T20:58:34.003" v="4416" actId="26606"/>
          <ac:spMkLst>
            <pc:docMk/>
            <pc:sldMk cId="1045390501" sldId="281"/>
            <ac:spMk id="11" creationId="{D7AC3F90-A588-42FF-B41D-062A8D91B9E5}"/>
          </ac:spMkLst>
        </pc:spChg>
        <pc:spChg chg="add">
          <ac:chgData name="Bryan Coronado" userId="4e37a65b1b111fd4" providerId="LiveId" clId="{248D94EA-F3A9-4D09-B46B-7B54C756DCF1}" dt="2025-08-14T20:58:34.003" v="4416" actId="26606"/>
          <ac:spMkLst>
            <pc:docMk/>
            <pc:sldMk cId="1045390501" sldId="281"/>
            <ac:spMk id="15" creationId="{E1AADF25-43E9-4DE0-AD82-4F6052319136}"/>
          </ac:spMkLst>
        </pc:spChg>
        <pc:spChg chg="add">
          <ac:chgData name="Bryan Coronado" userId="4e37a65b1b111fd4" providerId="LiveId" clId="{248D94EA-F3A9-4D09-B46B-7B54C756DCF1}" dt="2025-08-14T20:58:34.003" v="4416" actId="26606"/>
          <ac:spMkLst>
            <pc:docMk/>
            <pc:sldMk cId="1045390501" sldId="281"/>
            <ac:spMk id="17" creationId="{CBC2D515-EF3C-4E4E-8BC1-192B21E92713}"/>
          </ac:spMkLst>
        </pc:spChg>
        <pc:picChg chg="add mod">
          <ac:chgData name="Bryan Coronado" userId="4e37a65b1b111fd4" providerId="LiveId" clId="{248D94EA-F3A9-4D09-B46B-7B54C756DCF1}" dt="2025-08-15T00:51:09.971" v="14861" actId="14100"/>
          <ac:picMkLst>
            <pc:docMk/>
            <pc:sldMk cId="1045390501" sldId="281"/>
            <ac:picMk id="4" creationId="{4BE59ED2-E410-486F-E89B-19B1369D3D67}"/>
          </ac:picMkLst>
        </pc:picChg>
        <pc:picChg chg="add">
          <ac:chgData name="Bryan Coronado" userId="4e37a65b1b111fd4" providerId="LiveId" clId="{248D94EA-F3A9-4D09-B46B-7B54C756DCF1}" dt="2025-08-14T20:58:34.003" v="4416" actId="26606"/>
          <ac:picMkLst>
            <pc:docMk/>
            <pc:sldMk cId="1045390501" sldId="281"/>
            <ac:picMk id="13" creationId="{015AB904-4FB7-4A0D-B43E-03ACF05E1445}"/>
          </ac:picMkLst>
        </pc:picChg>
      </pc:sldChg>
      <pc:sldChg chg="addSp delSp modSp new mod modAnim">
        <pc:chgData name="Bryan Coronado" userId="4e37a65b1b111fd4" providerId="LiveId" clId="{248D94EA-F3A9-4D09-B46B-7B54C756DCF1}" dt="2025-08-15T01:15:32.034" v="16517" actId="20577"/>
        <pc:sldMkLst>
          <pc:docMk/>
          <pc:sldMk cId="746547911" sldId="282"/>
        </pc:sldMkLst>
        <pc:spChg chg="del mod">
          <ac:chgData name="Bryan Coronado" userId="4e37a65b1b111fd4" providerId="LiveId" clId="{248D94EA-F3A9-4D09-B46B-7B54C756DCF1}" dt="2025-08-14T22:54:22.758" v="8869" actId="478"/>
          <ac:spMkLst>
            <pc:docMk/>
            <pc:sldMk cId="746547911" sldId="282"/>
            <ac:spMk id="2" creationId="{46351735-5676-DD4A-4D86-F64F7FE7928E}"/>
          </ac:spMkLst>
        </pc:spChg>
        <pc:spChg chg="mod">
          <ac:chgData name="Bryan Coronado" userId="4e37a65b1b111fd4" providerId="LiveId" clId="{248D94EA-F3A9-4D09-B46B-7B54C756DCF1}" dt="2025-08-15T01:15:32.034" v="16517" actId="20577"/>
          <ac:spMkLst>
            <pc:docMk/>
            <pc:sldMk cId="746547911" sldId="282"/>
            <ac:spMk id="3" creationId="{C312B996-4696-3A16-9231-D5ABF083EC5F}"/>
          </ac:spMkLst>
        </pc:spChg>
        <pc:spChg chg="add del mod">
          <ac:chgData name="Bryan Coronado" userId="4e37a65b1b111fd4" providerId="LiveId" clId="{248D94EA-F3A9-4D09-B46B-7B54C756DCF1}" dt="2025-08-14T22:54:25.279" v="8871" actId="478"/>
          <ac:spMkLst>
            <pc:docMk/>
            <pc:sldMk cId="746547911" sldId="282"/>
            <ac:spMk id="5" creationId="{034A3312-B0F7-1303-1FF5-357C3EEBE449}"/>
          </ac:spMkLst>
        </pc:spChg>
        <pc:spChg chg="add mod">
          <ac:chgData name="Bryan Coronado" userId="4e37a65b1b111fd4" providerId="LiveId" clId="{248D94EA-F3A9-4D09-B46B-7B54C756DCF1}" dt="2025-08-15T01:00:20.278" v="16366" actId="1076"/>
          <ac:spMkLst>
            <pc:docMk/>
            <pc:sldMk cId="746547911" sldId="282"/>
            <ac:spMk id="6" creationId="{93743E3E-D6EF-280E-3CAB-997FCF62C838}"/>
          </ac:spMkLst>
        </pc:spChg>
      </pc:sldChg>
      <pc:sldChg chg="addSp delSp modSp new del mod">
        <pc:chgData name="Bryan Coronado" userId="4e37a65b1b111fd4" providerId="LiveId" clId="{248D94EA-F3A9-4D09-B46B-7B54C756DCF1}" dt="2025-08-14T22:35:12.324" v="8422" actId="47"/>
        <pc:sldMkLst>
          <pc:docMk/>
          <pc:sldMk cId="3753632300" sldId="282"/>
        </pc:sldMkLst>
        <pc:spChg chg="del">
          <ac:chgData name="Bryan Coronado" userId="4e37a65b1b111fd4" providerId="LiveId" clId="{248D94EA-F3A9-4D09-B46B-7B54C756DCF1}" dt="2025-08-14T22:24:39.203" v="7764"/>
          <ac:spMkLst>
            <pc:docMk/>
            <pc:sldMk cId="3753632300" sldId="282"/>
            <ac:spMk id="3" creationId="{7961EB99-2068-C9D1-FAD7-108572819050}"/>
          </ac:spMkLst>
        </pc:spChg>
        <pc:picChg chg="add mod">
          <ac:chgData name="Bryan Coronado" userId="4e37a65b1b111fd4" providerId="LiveId" clId="{248D94EA-F3A9-4D09-B46B-7B54C756DCF1}" dt="2025-08-14T22:24:40.294" v="7765" actId="1076"/>
          <ac:picMkLst>
            <pc:docMk/>
            <pc:sldMk cId="3753632300" sldId="282"/>
            <ac:picMk id="4" creationId="{6BDC62F2-BCF9-9D48-3243-F234DC2113C3}"/>
          </ac:picMkLst>
        </pc:picChg>
      </pc:sldChg>
      <pc:sldChg chg="addSp delSp modSp new mod modAnim">
        <pc:chgData name="Bryan Coronado" userId="4e37a65b1b111fd4" providerId="LiveId" clId="{248D94EA-F3A9-4D09-B46B-7B54C756DCF1}" dt="2025-08-14T23:19:49.970" v="10797"/>
        <pc:sldMkLst>
          <pc:docMk/>
          <pc:sldMk cId="2446254676" sldId="283"/>
        </pc:sldMkLst>
        <pc:spChg chg="del">
          <ac:chgData name="Bryan Coronado" userId="4e37a65b1b111fd4" providerId="LiveId" clId="{248D94EA-F3A9-4D09-B46B-7B54C756DCF1}" dt="2025-08-14T22:57:51.153" v="8996" actId="478"/>
          <ac:spMkLst>
            <pc:docMk/>
            <pc:sldMk cId="2446254676" sldId="283"/>
            <ac:spMk id="2" creationId="{E49B3158-8847-BD49-B440-990310DC42BB}"/>
          </ac:spMkLst>
        </pc:spChg>
        <pc:spChg chg="del">
          <ac:chgData name="Bryan Coronado" userId="4e37a65b1b111fd4" providerId="LiveId" clId="{248D94EA-F3A9-4D09-B46B-7B54C756DCF1}" dt="2025-08-14T22:57:42.707" v="8994" actId="22"/>
          <ac:spMkLst>
            <pc:docMk/>
            <pc:sldMk cId="2446254676" sldId="283"/>
            <ac:spMk id="3" creationId="{E12851D3-CE33-7949-E971-9CC423C50D57}"/>
          </ac:spMkLst>
        </pc:spChg>
        <pc:spChg chg="add mod">
          <ac:chgData name="Bryan Coronado" userId="4e37a65b1b111fd4" providerId="LiveId" clId="{248D94EA-F3A9-4D09-B46B-7B54C756DCF1}" dt="2025-08-14T23:18:29.697" v="10787" actId="1076"/>
          <ac:spMkLst>
            <pc:docMk/>
            <pc:sldMk cId="2446254676" sldId="283"/>
            <ac:spMk id="6" creationId="{08D6C6B9-4361-CEBA-7C62-9EBA5160F4C9}"/>
          </ac:spMkLst>
        </pc:spChg>
        <pc:picChg chg="add mod ord">
          <ac:chgData name="Bryan Coronado" userId="4e37a65b1b111fd4" providerId="LiveId" clId="{248D94EA-F3A9-4D09-B46B-7B54C756DCF1}" dt="2025-08-14T23:14:13.422" v="9869" actId="1076"/>
          <ac:picMkLst>
            <pc:docMk/>
            <pc:sldMk cId="2446254676" sldId="283"/>
            <ac:picMk id="5" creationId="{A362A46E-0D80-C510-A2C9-CFF33DA553A2}"/>
          </ac:picMkLst>
        </pc:picChg>
      </pc:sldChg>
      <pc:sldChg chg="modSp new add del mod modAnim">
        <pc:chgData name="Bryan Coronado" userId="4e37a65b1b111fd4" providerId="LiveId" clId="{248D94EA-F3A9-4D09-B46B-7B54C756DCF1}" dt="2025-08-14T23:05:55.523" v="9599"/>
        <pc:sldMkLst>
          <pc:docMk/>
          <pc:sldMk cId="3382523164" sldId="284"/>
        </pc:sldMkLst>
        <pc:spChg chg="mod">
          <ac:chgData name="Bryan Coronado" userId="4e37a65b1b111fd4" providerId="LiveId" clId="{248D94EA-F3A9-4D09-B46B-7B54C756DCF1}" dt="2025-08-14T22:58:37.081" v="9004" actId="1076"/>
          <ac:spMkLst>
            <pc:docMk/>
            <pc:sldMk cId="3382523164" sldId="284"/>
            <ac:spMk id="2" creationId="{6921FEDF-7E56-63F0-3F16-D4EE98D0BC1F}"/>
          </ac:spMkLst>
        </pc:spChg>
        <pc:spChg chg="mod">
          <ac:chgData name="Bryan Coronado" userId="4e37a65b1b111fd4" providerId="LiveId" clId="{248D94EA-F3A9-4D09-B46B-7B54C756DCF1}" dt="2025-08-14T23:05:45.123" v="9598" actId="20577"/>
          <ac:spMkLst>
            <pc:docMk/>
            <pc:sldMk cId="3382523164" sldId="284"/>
            <ac:spMk id="3" creationId="{C2D41BB2-C296-3B4D-93FA-5AA9DA454568}"/>
          </ac:spMkLst>
        </pc:spChg>
      </pc:sldChg>
      <pc:sldChg chg="addSp delSp modSp new mod delAnim modAnim">
        <pc:chgData name="Bryan Coronado" userId="4e37a65b1b111fd4" providerId="LiveId" clId="{248D94EA-F3A9-4D09-B46B-7B54C756DCF1}" dt="2025-08-14T23:38:57.536" v="11754" actId="1076"/>
        <pc:sldMkLst>
          <pc:docMk/>
          <pc:sldMk cId="3424076197" sldId="285"/>
        </pc:sldMkLst>
        <pc:spChg chg="del mod">
          <ac:chgData name="Bryan Coronado" userId="4e37a65b1b111fd4" providerId="LiveId" clId="{248D94EA-F3A9-4D09-B46B-7B54C756DCF1}" dt="2025-08-14T23:01:39.565" v="9498" actId="478"/>
          <ac:spMkLst>
            <pc:docMk/>
            <pc:sldMk cId="3424076197" sldId="285"/>
            <ac:spMk id="2" creationId="{DA974400-3A99-7DC9-7C7F-185F84118774}"/>
          </ac:spMkLst>
        </pc:spChg>
        <pc:spChg chg="del">
          <ac:chgData name="Bryan Coronado" userId="4e37a65b1b111fd4" providerId="LiveId" clId="{248D94EA-F3A9-4D09-B46B-7B54C756DCF1}" dt="2025-08-14T23:01:07.425" v="9489" actId="22"/>
          <ac:spMkLst>
            <pc:docMk/>
            <pc:sldMk cId="3424076197" sldId="285"/>
            <ac:spMk id="3" creationId="{D4B8E34A-BC13-22A0-02A1-CD9DBB108B90}"/>
          </ac:spMkLst>
        </pc:spChg>
        <pc:spChg chg="add mod">
          <ac:chgData name="Bryan Coronado" userId="4e37a65b1b111fd4" providerId="LiveId" clId="{248D94EA-F3A9-4D09-B46B-7B54C756DCF1}" dt="2025-08-14T23:38:52.214" v="11753" actId="20577"/>
          <ac:spMkLst>
            <pc:docMk/>
            <pc:sldMk cId="3424076197" sldId="285"/>
            <ac:spMk id="8" creationId="{54A52F2B-4024-0088-7F5F-F961321D6E7A}"/>
          </ac:spMkLst>
        </pc:spChg>
        <pc:spChg chg="add del mod">
          <ac:chgData name="Bryan Coronado" userId="4e37a65b1b111fd4" providerId="LiveId" clId="{248D94EA-F3A9-4D09-B46B-7B54C756DCF1}" dt="2025-08-14T23:38:39.539" v="11749" actId="478"/>
          <ac:spMkLst>
            <pc:docMk/>
            <pc:sldMk cId="3424076197" sldId="285"/>
            <ac:spMk id="10" creationId="{41A5291A-BD2D-ED00-0514-7B69031CD0BA}"/>
          </ac:spMkLst>
        </pc:spChg>
        <pc:picChg chg="add del mod ord">
          <ac:chgData name="Bryan Coronado" userId="4e37a65b1b111fd4" providerId="LiveId" clId="{248D94EA-F3A9-4D09-B46B-7B54C756DCF1}" dt="2025-08-14T23:38:36.228" v="11748" actId="478"/>
          <ac:picMkLst>
            <pc:docMk/>
            <pc:sldMk cId="3424076197" sldId="285"/>
            <ac:picMk id="5" creationId="{DF0F8BC7-9D36-4F27-1CFA-5FCC6767100F}"/>
          </ac:picMkLst>
        </pc:picChg>
        <pc:picChg chg="add mod">
          <ac:chgData name="Bryan Coronado" userId="4e37a65b1b111fd4" providerId="LiveId" clId="{248D94EA-F3A9-4D09-B46B-7B54C756DCF1}" dt="2025-08-14T23:38:57.536" v="11754" actId="1076"/>
          <ac:picMkLst>
            <pc:docMk/>
            <pc:sldMk cId="3424076197" sldId="285"/>
            <ac:picMk id="7" creationId="{1690EEAD-314F-33DB-178C-1329AD6945A2}"/>
          </ac:picMkLst>
        </pc:picChg>
      </pc:sldChg>
      <pc:sldChg chg="addSp delSp modSp new mod modAnim">
        <pc:chgData name="Bryan Coronado" userId="4e37a65b1b111fd4" providerId="LiveId" clId="{248D94EA-F3A9-4D09-B46B-7B54C756DCF1}" dt="2025-08-14T23:58:07.174" v="12337" actId="1076"/>
        <pc:sldMkLst>
          <pc:docMk/>
          <pc:sldMk cId="4246309361" sldId="286"/>
        </pc:sldMkLst>
        <pc:spChg chg="del">
          <ac:chgData name="Bryan Coronado" userId="4e37a65b1b111fd4" providerId="LiveId" clId="{248D94EA-F3A9-4D09-B46B-7B54C756DCF1}" dt="2025-08-14T23:51:06.915" v="12192" actId="478"/>
          <ac:spMkLst>
            <pc:docMk/>
            <pc:sldMk cId="4246309361" sldId="286"/>
            <ac:spMk id="2" creationId="{3426D299-5045-EFE6-1AC0-7A66016DD86D}"/>
          </ac:spMkLst>
        </pc:spChg>
        <pc:spChg chg="mod">
          <ac:chgData name="Bryan Coronado" userId="4e37a65b1b111fd4" providerId="LiveId" clId="{248D94EA-F3A9-4D09-B46B-7B54C756DCF1}" dt="2025-08-14T23:57:54.366" v="12334" actId="1076"/>
          <ac:spMkLst>
            <pc:docMk/>
            <pc:sldMk cId="4246309361" sldId="286"/>
            <ac:spMk id="3" creationId="{B66DD3FB-F9D6-B6EB-D842-FB443D649033}"/>
          </ac:spMkLst>
        </pc:spChg>
        <pc:spChg chg="add del">
          <ac:chgData name="Bryan Coronado" userId="4e37a65b1b111fd4" providerId="LiveId" clId="{248D94EA-F3A9-4D09-B46B-7B54C756DCF1}" dt="2025-08-14T23:52:05.011" v="12229" actId="22"/>
          <ac:spMkLst>
            <pc:docMk/>
            <pc:sldMk cId="4246309361" sldId="286"/>
            <ac:spMk id="5" creationId="{7271FC95-E3F9-580C-E28F-1E3BF5428A2B}"/>
          </ac:spMkLst>
        </pc:spChg>
        <pc:picChg chg="add mod">
          <ac:chgData name="Bryan Coronado" userId="4e37a65b1b111fd4" providerId="LiveId" clId="{248D94EA-F3A9-4D09-B46B-7B54C756DCF1}" dt="2025-08-14T23:58:01.813" v="12336" actId="1076"/>
          <ac:picMkLst>
            <pc:docMk/>
            <pc:sldMk cId="4246309361" sldId="286"/>
            <ac:picMk id="7" creationId="{7E1AD1E8-D0BE-06C7-B131-E0B2C5829E91}"/>
          </ac:picMkLst>
        </pc:picChg>
        <pc:picChg chg="add del mod">
          <ac:chgData name="Bryan Coronado" userId="4e37a65b1b111fd4" providerId="LiveId" clId="{248D94EA-F3A9-4D09-B46B-7B54C756DCF1}" dt="2025-08-14T23:55:56.886" v="12310" actId="478"/>
          <ac:picMkLst>
            <pc:docMk/>
            <pc:sldMk cId="4246309361" sldId="286"/>
            <ac:picMk id="9" creationId="{6E562263-0708-B893-0CE2-F330B8BBEFBA}"/>
          </ac:picMkLst>
        </pc:picChg>
        <pc:picChg chg="add mod">
          <ac:chgData name="Bryan Coronado" userId="4e37a65b1b111fd4" providerId="LiveId" clId="{248D94EA-F3A9-4D09-B46B-7B54C756DCF1}" dt="2025-08-14T23:58:07.174" v="12337" actId="1076"/>
          <ac:picMkLst>
            <pc:docMk/>
            <pc:sldMk cId="4246309361" sldId="286"/>
            <ac:picMk id="11" creationId="{36E789FA-FB8F-636F-C087-66B1BC7AF3F7}"/>
          </ac:picMkLst>
        </pc:picChg>
        <pc:picChg chg="add del mod">
          <ac:chgData name="Bryan Coronado" userId="4e37a65b1b111fd4" providerId="LiveId" clId="{248D94EA-F3A9-4D09-B46B-7B54C756DCF1}" dt="2025-08-14T23:56:47.971" v="12326" actId="478"/>
          <ac:picMkLst>
            <pc:docMk/>
            <pc:sldMk cId="4246309361" sldId="286"/>
            <ac:picMk id="13" creationId="{D3E4B75F-EC53-3467-90E4-8E23C3C4CA9D}"/>
          </ac:picMkLst>
        </pc:picChg>
      </pc:sldChg>
      <pc:sldChg chg="addSp delSp modSp new mod modAnim">
        <pc:chgData name="Bryan Coronado" userId="4e37a65b1b111fd4" providerId="LiveId" clId="{248D94EA-F3A9-4D09-B46B-7B54C756DCF1}" dt="2025-08-15T00:14:20.775" v="12961" actId="1076"/>
        <pc:sldMkLst>
          <pc:docMk/>
          <pc:sldMk cId="852530043" sldId="287"/>
        </pc:sldMkLst>
        <pc:spChg chg="del">
          <ac:chgData name="Bryan Coronado" userId="4e37a65b1b111fd4" providerId="LiveId" clId="{248D94EA-F3A9-4D09-B46B-7B54C756DCF1}" dt="2025-08-15T00:02:19.591" v="12339" actId="478"/>
          <ac:spMkLst>
            <pc:docMk/>
            <pc:sldMk cId="852530043" sldId="287"/>
            <ac:spMk id="2" creationId="{69EF6534-F44B-37A8-6226-11AD5596E060}"/>
          </ac:spMkLst>
        </pc:spChg>
        <pc:spChg chg="del mod">
          <ac:chgData name="Bryan Coronado" userId="4e37a65b1b111fd4" providerId="LiveId" clId="{248D94EA-F3A9-4D09-B46B-7B54C756DCF1}" dt="2025-08-15T00:02:27.105" v="12352" actId="478"/>
          <ac:spMkLst>
            <pc:docMk/>
            <pc:sldMk cId="852530043" sldId="287"/>
            <ac:spMk id="3" creationId="{4A6D9FCD-5AE6-C02D-3FF4-CD84F752F80B}"/>
          </ac:spMkLst>
        </pc:spChg>
        <pc:spChg chg="add del mod">
          <ac:chgData name="Bryan Coronado" userId="4e37a65b1b111fd4" providerId="LiveId" clId="{248D94EA-F3A9-4D09-B46B-7B54C756DCF1}" dt="2025-08-15T00:02:29.309" v="12353" actId="478"/>
          <ac:spMkLst>
            <pc:docMk/>
            <pc:sldMk cId="852530043" sldId="287"/>
            <ac:spMk id="5" creationId="{24FA48B4-A367-EB81-EF45-F526F57AD8A6}"/>
          </ac:spMkLst>
        </pc:spChg>
        <pc:spChg chg="add mod">
          <ac:chgData name="Bryan Coronado" userId="4e37a65b1b111fd4" providerId="LiveId" clId="{248D94EA-F3A9-4D09-B46B-7B54C756DCF1}" dt="2025-08-15T00:14:20.775" v="12961" actId="1076"/>
          <ac:spMkLst>
            <pc:docMk/>
            <pc:sldMk cId="852530043" sldId="287"/>
            <ac:spMk id="6" creationId="{8A278D19-73BA-AFC1-3FAA-8CCCEA001627}"/>
          </ac:spMkLst>
        </pc:spChg>
        <pc:spChg chg="add mod">
          <ac:chgData name="Bryan Coronado" userId="4e37a65b1b111fd4" providerId="LiveId" clId="{248D94EA-F3A9-4D09-B46B-7B54C756DCF1}" dt="2025-08-15T00:03:05.215" v="12436"/>
          <ac:spMkLst>
            <pc:docMk/>
            <pc:sldMk cId="852530043" sldId="287"/>
            <ac:spMk id="7" creationId="{025A2A54-D641-35FA-FB91-0AAE85F2C3FD}"/>
          </ac:spMkLst>
        </pc:spChg>
        <pc:picChg chg="add mod">
          <ac:chgData name="Bryan Coronado" userId="4e37a65b1b111fd4" providerId="LiveId" clId="{248D94EA-F3A9-4D09-B46B-7B54C756DCF1}" dt="2025-08-15T00:06:24.500" v="12841" actId="14100"/>
          <ac:picMkLst>
            <pc:docMk/>
            <pc:sldMk cId="852530043" sldId="287"/>
            <ac:picMk id="9" creationId="{703417C6-518A-0FD3-B153-97BC1573E8D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8/14/2025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‹Nº›</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8/14/2025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3E5059C3-6A89-4494-99FF-5A4D6FFD50EB}" type="datetimeFigureOut">
              <a:rPr lang="en-US" dirty="0"/>
              <a:t>8/14/2025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8/14/2025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2609285" y="2851331"/>
            <a:ext cx="3893623" cy="307143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666635" y="2851331"/>
            <a:ext cx="3899798" cy="3071434"/>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8/14/2025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8/14/2025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8/14/2025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s-MX"/>
              <a:t>Haz clic para modificar el estilo de título del patrón</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37D525BB-DA17-4BA0-B3C8-3AC3ABC827E6}" type="datetimeFigureOut">
              <a:rPr lang="en-US" dirty="0"/>
              <a:t>8/14/2025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s-MX"/>
              <a:t>Haz clic para modificar el estilo de título del patrón</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B16C4C9A-3960-41CF-A4E9-2A8FB932454B}" type="datetimeFigureOut">
              <a:rPr lang="en-US" dirty="0"/>
              <a:t>8/14/2025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8/14/2025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8/14/2025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8/14/2025</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‹Nº›</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ob.mx/sesnsp/acciones-y-programas/incidencia-delictiva-del-fuero-comun-nueva-metodologi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lookerstudio.google.com/reporting/3687c1ee-dac1-4318-bcd5-5196db583645"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8F3CF990-ACB8-443A-BB74-D36EC8A00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00B98862-BEE1-44FB-A335-A1B9106B4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a:noFill/>
        </p:spPr>
      </p:pic>
      <p:sp>
        <p:nvSpPr>
          <p:cNvPr id="53" name="Freeform: Shape 52">
            <a:extLst>
              <a:ext uri="{FF2B5EF4-FFF2-40B4-BE49-F238E27FC236}">
                <a16:creationId xmlns:a16="http://schemas.microsoft.com/office/drawing/2014/main" id="{65F94F98-3A57-49AA-838E-91AAF600B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678519" y="-1660968"/>
            <a:ext cx="5838229" cy="11188733"/>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000">
                <a:schemeClr val="accent1">
                  <a:alpha val="0"/>
                </a:schemeClr>
              </a:gs>
              <a:gs pos="100000">
                <a:schemeClr val="accent1">
                  <a:alpha val="7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pic>
        <p:nvPicPr>
          <p:cNvPr id="55" name="Picture 54">
            <a:extLst>
              <a:ext uri="{FF2B5EF4-FFF2-40B4-BE49-F238E27FC236}">
                <a16:creationId xmlns:a16="http://schemas.microsoft.com/office/drawing/2014/main" id="{7185CF21-0594-48C0-9F3E-254D6BCE9D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45489" y="-5487"/>
            <a:ext cx="12189867" cy="6858000"/>
          </a:xfrm>
          <a:prstGeom prst="rect">
            <a:avLst/>
          </a:prstGeom>
        </p:spPr>
      </p:pic>
      <p:sp>
        <p:nvSpPr>
          <p:cNvPr id="57" name="Rectangle 56">
            <a:extLst>
              <a:ext uri="{FF2B5EF4-FFF2-40B4-BE49-F238E27FC236}">
                <a16:creationId xmlns:a16="http://schemas.microsoft.com/office/drawing/2014/main" id="{A0B5529D-5CAA-4BF2-B5C9-34705E7661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9909" cy="6858000"/>
          </a:xfrm>
          <a:prstGeom prst="rect">
            <a:avLst/>
          </a:prstGeom>
          <a:solidFill>
            <a:schemeClr val="bg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59" name="Freeform: Shape 58">
            <a:extLst>
              <a:ext uri="{FF2B5EF4-FFF2-40B4-BE49-F238E27FC236}">
                <a16:creationId xmlns:a16="http://schemas.microsoft.com/office/drawing/2014/main" id="{FBD68200-BC03-4015-860B-CD5C30CD7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9910" y="0"/>
            <a:ext cx="7869544" cy="6858000"/>
          </a:xfrm>
          <a:custGeom>
            <a:avLst/>
            <a:gdLst>
              <a:gd name="connsiteX0" fmla="*/ 0 w 7821919"/>
              <a:gd name="connsiteY0" fmla="*/ 0 h 6858000"/>
              <a:gd name="connsiteX1" fmla="*/ 6983367 w 7821919"/>
              <a:gd name="connsiteY1" fmla="*/ 0 h 6858000"/>
              <a:gd name="connsiteX2" fmla="*/ 6982269 w 7821919"/>
              <a:gd name="connsiteY2" fmla="*/ 1331 h 6858000"/>
              <a:gd name="connsiteX3" fmla="*/ 6833782 w 7821919"/>
              <a:gd name="connsiteY3" fmla="*/ 487443 h 6858000"/>
              <a:gd name="connsiteX4" fmla="*/ 6851446 w 7821919"/>
              <a:gd name="connsiteY4" fmla="*/ 662666 h 6858000"/>
              <a:gd name="connsiteX5" fmla="*/ 6857532 w 7821919"/>
              <a:gd name="connsiteY5" fmla="*/ 686333 h 6858000"/>
              <a:gd name="connsiteX6" fmla="*/ 6806927 w 7821919"/>
              <a:gd name="connsiteY6" fmla="*/ 699345 h 6858000"/>
              <a:gd name="connsiteX7" fmla="*/ 5555365 w 7821919"/>
              <a:gd name="connsiteY7" fmla="*/ 2400515 h 6858000"/>
              <a:gd name="connsiteX8" fmla="*/ 7336617 w 7821919"/>
              <a:gd name="connsiteY8" fmla="*/ 4181767 h 6858000"/>
              <a:gd name="connsiteX9" fmla="*/ 7452815 w 7821919"/>
              <a:gd name="connsiteY9" fmla="*/ 4175900 h 6858000"/>
              <a:gd name="connsiteX10" fmla="*/ 7437456 w 7821919"/>
              <a:gd name="connsiteY10" fmla="*/ 4225378 h 6858000"/>
              <a:gd name="connsiteX11" fmla="*/ 7428275 w 7821919"/>
              <a:gd name="connsiteY11" fmla="*/ 4316448 h 6858000"/>
              <a:gd name="connsiteX12" fmla="*/ 7789089 w 7821919"/>
              <a:gd name="connsiteY12" fmla="*/ 4759152 h 6858000"/>
              <a:gd name="connsiteX13" fmla="*/ 7821919 w 7821919"/>
              <a:gd name="connsiteY13" fmla="*/ 4762461 h 6858000"/>
              <a:gd name="connsiteX14" fmla="*/ 7809638 w 7821919"/>
              <a:gd name="connsiteY14" fmla="*/ 4785088 h 6858000"/>
              <a:gd name="connsiteX15" fmla="*/ 7794661 w 7821919"/>
              <a:gd name="connsiteY15" fmla="*/ 4833335 h 6858000"/>
              <a:gd name="connsiteX16" fmla="*/ 7524776 w 7821919"/>
              <a:gd name="connsiteY16" fmla="*/ 4917113 h 6858000"/>
              <a:gd name="connsiteX17" fmla="*/ 6642110 w 7821919"/>
              <a:gd name="connsiteY17" fmla="*/ 6248746 h 6858000"/>
              <a:gd name="connsiteX18" fmla="*/ 6755682 w 7821919"/>
              <a:gd name="connsiteY18" fmla="*/ 6811285 h 6858000"/>
              <a:gd name="connsiteX19" fmla="*/ 6778185 w 7821919"/>
              <a:gd name="connsiteY19" fmla="*/ 6858000 h 6858000"/>
              <a:gd name="connsiteX20" fmla="*/ 0 w 7821919"/>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21919" h="6858000">
                <a:moveTo>
                  <a:pt x="0" y="0"/>
                </a:moveTo>
                <a:lnTo>
                  <a:pt x="6983367" y="0"/>
                </a:lnTo>
                <a:lnTo>
                  <a:pt x="6982269" y="1331"/>
                </a:lnTo>
                <a:cubicBezTo>
                  <a:pt x="6888522" y="140095"/>
                  <a:pt x="6833782" y="307376"/>
                  <a:pt x="6833782" y="487443"/>
                </a:cubicBezTo>
                <a:cubicBezTo>
                  <a:pt x="6833782" y="547466"/>
                  <a:pt x="6839864" y="606067"/>
                  <a:pt x="6851446" y="662666"/>
                </a:cubicBezTo>
                <a:lnTo>
                  <a:pt x="6857532" y="686333"/>
                </a:lnTo>
                <a:lnTo>
                  <a:pt x="6806927" y="699345"/>
                </a:lnTo>
                <a:cubicBezTo>
                  <a:pt x="6081835" y="924872"/>
                  <a:pt x="5555365" y="1601212"/>
                  <a:pt x="5555365" y="2400515"/>
                </a:cubicBezTo>
                <a:cubicBezTo>
                  <a:pt x="5555365" y="3384273"/>
                  <a:pt x="6352859" y="4181767"/>
                  <a:pt x="7336617" y="4181767"/>
                </a:cubicBezTo>
                <a:lnTo>
                  <a:pt x="7452815" y="4175900"/>
                </a:lnTo>
                <a:lnTo>
                  <a:pt x="7437456" y="4225378"/>
                </a:lnTo>
                <a:cubicBezTo>
                  <a:pt x="7431436" y="4254794"/>
                  <a:pt x="7428275" y="4285252"/>
                  <a:pt x="7428275" y="4316448"/>
                </a:cubicBezTo>
                <a:cubicBezTo>
                  <a:pt x="7428275" y="4534821"/>
                  <a:pt x="7583172" y="4717015"/>
                  <a:pt x="7789089" y="4759152"/>
                </a:cubicBezTo>
                <a:lnTo>
                  <a:pt x="7821919" y="4762461"/>
                </a:lnTo>
                <a:lnTo>
                  <a:pt x="7809638" y="4785088"/>
                </a:lnTo>
                <a:lnTo>
                  <a:pt x="7794661" y="4833335"/>
                </a:lnTo>
                <a:lnTo>
                  <a:pt x="7524776" y="4917113"/>
                </a:lnTo>
                <a:cubicBezTo>
                  <a:pt x="7006070" y="5136507"/>
                  <a:pt x="6642110" y="5650122"/>
                  <a:pt x="6642110" y="6248746"/>
                </a:cubicBezTo>
                <a:cubicBezTo>
                  <a:pt x="6642110" y="6448287"/>
                  <a:pt x="6682550" y="6638383"/>
                  <a:pt x="6755682" y="6811285"/>
                </a:cubicBezTo>
                <a:lnTo>
                  <a:pt x="6778185" y="6858000"/>
                </a:lnTo>
                <a:lnTo>
                  <a:pt x="0" y="6858000"/>
                </a:lnTo>
                <a:close/>
              </a:path>
            </a:pathLst>
          </a:custGeom>
          <a:gradFill>
            <a:gsLst>
              <a:gs pos="25996">
                <a:srgbClr val="1F2D29">
                  <a:alpha val="4000"/>
                </a:srgbClr>
              </a:gs>
              <a:gs pos="20000">
                <a:schemeClr val="bg2">
                  <a:alpha val="0"/>
                </a:schemeClr>
              </a:gs>
              <a:gs pos="100000">
                <a:schemeClr val="bg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61" name="Oval 60">
            <a:extLst>
              <a:ext uri="{FF2B5EF4-FFF2-40B4-BE49-F238E27FC236}">
                <a16:creationId xmlns:a16="http://schemas.microsoft.com/office/drawing/2014/main" id="{332A6F87-AC28-4AA8-B8A6-AEBC67BD0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47567" y="2282700"/>
            <a:ext cx="967148" cy="967148"/>
          </a:xfrm>
          <a:prstGeom prst="ellipse">
            <a:avLst/>
          </a:prstGeom>
          <a:gradFill>
            <a:gsLst>
              <a:gs pos="0">
                <a:schemeClr val="bg2">
                  <a:alpha val="0"/>
                </a:schemeClr>
              </a:gs>
              <a:gs pos="100000">
                <a:schemeClr val="accent1">
                  <a:alpha val="21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EA5B065-2391-1D2A-50D0-C69A7F51083E}"/>
              </a:ext>
            </a:extLst>
          </p:cNvPr>
          <p:cNvSpPr>
            <a:spLocks noGrp="1"/>
          </p:cNvSpPr>
          <p:nvPr>
            <p:ph type="ctrTitle"/>
          </p:nvPr>
        </p:nvSpPr>
        <p:spPr>
          <a:xfrm>
            <a:off x="2193167" y="1887527"/>
            <a:ext cx="7369642" cy="3608480"/>
          </a:xfrm>
        </p:spPr>
        <p:txBody>
          <a:bodyPr>
            <a:normAutofit/>
          </a:bodyPr>
          <a:lstStyle/>
          <a:p>
            <a:pPr algn="l"/>
            <a:r>
              <a:rPr lang="es-MX" sz="8000" i="1" dirty="0">
                <a:latin typeface="Corbel" panose="020B0503020204020204" pitchFamily="34" charset="0"/>
              </a:rPr>
              <a:t>Proyecto final: Analista De Datos</a:t>
            </a:r>
          </a:p>
        </p:txBody>
      </p:sp>
      <p:sp>
        <p:nvSpPr>
          <p:cNvPr id="3" name="Subtítulo 2">
            <a:extLst>
              <a:ext uri="{FF2B5EF4-FFF2-40B4-BE49-F238E27FC236}">
                <a16:creationId xmlns:a16="http://schemas.microsoft.com/office/drawing/2014/main" id="{A4BE5275-FCA1-92E4-94AA-DF2746E79B22}"/>
              </a:ext>
            </a:extLst>
          </p:cNvPr>
          <p:cNvSpPr>
            <a:spLocks noGrp="1"/>
          </p:cNvSpPr>
          <p:nvPr>
            <p:ph type="subTitle" idx="1"/>
          </p:nvPr>
        </p:nvSpPr>
        <p:spPr>
          <a:xfrm>
            <a:off x="2193167" y="1008796"/>
            <a:ext cx="6437630" cy="585915"/>
          </a:xfrm>
        </p:spPr>
        <p:txBody>
          <a:bodyPr>
            <a:normAutofit/>
          </a:bodyPr>
          <a:lstStyle/>
          <a:p>
            <a:pPr algn="l"/>
            <a:r>
              <a:rPr lang="es-MX" sz="2800" dirty="0">
                <a:latin typeface="Corsiva Hebrew" pitchFamily="2" charset="-79"/>
                <a:cs typeface="Corsiva Hebrew"/>
              </a:rPr>
              <a:t>Bryan Alberto Coronado García</a:t>
            </a:r>
          </a:p>
        </p:txBody>
      </p:sp>
    </p:spTree>
    <p:extLst>
      <p:ext uri="{BB962C8B-B14F-4D97-AF65-F5344CB8AC3E}">
        <p14:creationId xmlns:p14="http://schemas.microsoft.com/office/powerpoint/2010/main" val="143581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4" fill="hold" grpId="0" nodeType="withEffect">
                                  <p:stCondLst>
                                    <p:cond delay="100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down)">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9BC6B1-8D52-07ED-7454-3B5B07D7C978}"/>
              </a:ext>
            </a:extLst>
          </p:cNvPr>
          <p:cNvSpPr>
            <a:spLocks noGrp="1"/>
          </p:cNvSpPr>
          <p:nvPr>
            <p:ph type="title"/>
          </p:nvPr>
        </p:nvSpPr>
        <p:spPr>
          <a:xfrm>
            <a:off x="2611808" y="808057"/>
            <a:ext cx="7958331" cy="563544"/>
          </a:xfrm>
        </p:spPr>
        <p:txBody>
          <a:bodyPr/>
          <a:lstStyle/>
          <a:p>
            <a:r>
              <a:rPr lang="es-MX" i="1" dirty="0">
                <a:latin typeface="Corbel" panose="020B0503020204020204" pitchFamily="34" charset="0"/>
                <a:cs typeface="Corsiva Hebrew" pitchFamily="2" charset="-79"/>
              </a:rPr>
              <a:t>Introducción: Contexto del proyecto</a:t>
            </a:r>
          </a:p>
        </p:txBody>
      </p:sp>
      <p:sp>
        <p:nvSpPr>
          <p:cNvPr id="3" name="Marcador de contenido 2">
            <a:extLst>
              <a:ext uri="{FF2B5EF4-FFF2-40B4-BE49-F238E27FC236}">
                <a16:creationId xmlns:a16="http://schemas.microsoft.com/office/drawing/2014/main" id="{95638156-B11D-2D6C-91F2-518C428D5564}"/>
              </a:ext>
            </a:extLst>
          </p:cNvPr>
          <p:cNvSpPr>
            <a:spLocks noGrp="1"/>
          </p:cNvSpPr>
          <p:nvPr>
            <p:ph idx="1"/>
          </p:nvPr>
        </p:nvSpPr>
        <p:spPr>
          <a:xfrm>
            <a:off x="1300766" y="1622737"/>
            <a:ext cx="9704691" cy="4669205"/>
          </a:xfrm>
        </p:spPr>
        <p:txBody>
          <a:bodyPr>
            <a:normAutofit fontScale="92500" lnSpcReduction="20000"/>
          </a:bodyPr>
          <a:lstStyle/>
          <a:p>
            <a:pPr marL="0" indent="0" algn="just">
              <a:buNone/>
            </a:pPr>
            <a:r>
              <a:rPr lang="es-MX" sz="2400" dirty="0">
                <a:latin typeface="Helvetica Light" panose="020B0403020202020204" pitchFamily="34" charset="0"/>
                <a:cs typeface="Corsiva Hebrew"/>
              </a:rPr>
              <a:t>La incidencia de delitos parece ser cada vez más alta, especialmente en robos de vehículos y crímenes relacionados a esto, dejando ante una gran exposición a la población.</a:t>
            </a:r>
          </a:p>
          <a:p>
            <a:pPr marL="0" indent="0" algn="just">
              <a:buNone/>
            </a:pPr>
            <a:r>
              <a:rPr lang="es-MX" sz="2400" dirty="0">
                <a:latin typeface="Helvetica Light" panose="020B0403020202020204" pitchFamily="34" charset="0"/>
                <a:cs typeface="Corsiva Hebrew"/>
              </a:rPr>
              <a:t>El objetivo de este análisis será valorar las incidencias de delitos que muestran relación con automóviles en distintos municipios a lo largo de toda la república mexicana, con fin de aportar información valiosa para apoyar a la compañía de seguros en determinar los riesgos y por ende, afirmar los precios que manejarán buscando ser competitivos en el mercado.</a:t>
            </a:r>
          </a:p>
          <a:p>
            <a:pPr marL="0" indent="0" algn="just">
              <a:buNone/>
            </a:pPr>
            <a:r>
              <a:rPr lang="es-MX" sz="2400" dirty="0">
                <a:latin typeface="Helvetica Light" panose="020B0403020202020204" pitchFamily="34" charset="0"/>
                <a:cs typeface="Corsiva Hebrew"/>
              </a:rPr>
              <a:t>A través de la tranformación y el análisis de la información se buscará identificar patrones, tendencias, y áreas que supongan un alto riesgo de incidentes y robos para formular estrategias de gestión de ofertas en los seguros por ofrecer.</a:t>
            </a:r>
          </a:p>
        </p:txBody>
      </p:sp>
    </p:spTree>
    <p:extLst>
      <p:ext uri="{BB962C8B-B14F-4D97-AF65-F5344CB8AC3E}">
        <p14:creationId xmlns:p14="http://schemas.microsoft.com/office/powerpoint/2010/main" val="3139453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2F6B4F-4FE1-32FF-6F66-AD640EEC0922}"/>
              </a:ext>
            </a:extLst>
          </p:cNvPr>
          <p:cNvSpPr>
            <a:spLocks noGrp="1"/>
          </p:cNvSpPr>
          <p:nvPr>
            <p:ph type="title"/>
          </p:nvPr>
        </p:nvSpPr>
        <p:spPr>
          <a:xfrm>
            <a:off x="2676203" y="511842"/>
            <a:ext cx="7958331" cy="1077229"/>
          </a:xfrm>
        </p:spPr>
        <p:txBody>
          <a:bodyPr>
            <a:normAutofit/>
          </a:bodyPr>
          <a:lstStyle/>
          <a:p>
            <a:r>
              <a:rPr lang="es-MX" sz="3200" i="1" dirty="0">
                <a:latin typeface="Corbel" panose="020B0503020204020204" pitchFamily="34" charset="0"/>
              </a:rPr>
              <a:t>Cómo la incidencia de delitos influye en el factor de riesgo en las polizas de seguro?</a:t>
            </a:r>
          </a:p>
        </p:txBody>
      </p:sp>
      <p:sp>
        <p:nvSpPr>
          <p:cNvPr id="3" name="Marcador de contenido 2">
            <a:extLst>
              <a:ext uri="{FF2B5EF4-FFF2-40B4-BE49-F238E27FC236}">
                <a16:creationId xmlns:a16="http://schemas.microsoft.com/office/drawing/2014/main" id="{BB995327-9C16-7A5A-612E-61E09CC236C8}"/>
              </a:ext>
            </a:extLst>
          </p:cNvPr>
          <p:cNvSpPr>
            <a:spLocks noGrp="1"/>
          </p:cNvSpPr>
          <p:nvPr>
            <p:ph idx="1"/>
          </p:nvPr>
        </p:nvSpPr>
        <p:spPr>
          <a:xfrm>
            <a:off x="1273629" y="1663244"/>
            <a:ext cx="9767858" cy="4682914"/>
          </a:xfrm>
        </p:spPr>
        <p:txBody>
          <a:bodyPr>
            <a:normAutofit fontScale="92500" lnSpcReduction="10000"/>
          </a:bodyPr>
          <a:lstStyle/>
          <a:p>
            <a:pPr marL="0" indent="0" algn="just">
              <a:buNone/>
            </a:pPr>
            <a:r>
              <a:rPr lang="es-MX" sz="2400" dirty="0">
                <a:latin typeface="Helvetica Light" panose="020B0403020202020204" pitchFamily="34" charset="0"/>
              </a:rPr>
              <a:t>En el sector de oferta de seguros para automóviles, una evaluación precisa es indispensable y crucial para equilibrar y establecer ofertas competitivas en el mercado. No solo es necesario valorar el riesgo general, sino cuales de ellos afectan más a ciertos sectores que a otros. En este análisis se buscará:</a:t>
            </a:r>
          </a:p>
          <a:p>
            <a:pPr algn="just">
              <a:buFontTx/>
              <a:buChar char="-"/>
            </a:pPr>
            <a:r>
              <a:rPr lang="es-MX" sz="2400" dirty="0">
                <a:latin typeface="Helvetica Light" panose="020B0403020202020204" pitchFamily="34" charset="0"/>
              </a:rPr>
              <a:t>Segmentar los riesgos por municipio, haciendo hincapié en aquellos con riesgos más altos.</a:t>
            </a:r>
          </a:p>
          <a:p>
            <a:pPr algn="just">
              <a:buFontTx/>
              <a:buChar char="-"/>
            </a:pPr>
            <a:r>
              <a:rPr lang="es-MX" sz="2400" dirty="0">
                <a:latin typeface="Helvetica Light" panose="020B0403020202020204" pitchFamily="34" charset="0"/>
              </a:rPr>
              <a:t>Optimizar la toma de decisiones de la empresa al formular las polizas para sus respectivas áreas.</a:t>
            </a:r>
          </a:p>
          <a:p>
            <a:pPr algn="just">
              <a:buFontTx/>
              <a:buChar char="-"/>
            </a:pPr>
            <a:r>
              <a:rPr lang="es-MX" sz="2400" dirty="0">
                <a:latin typeface="Helvetica Light" panose="020B0403020202020204" pitchFamily="34" charset="0"/>
              </a:rPr>
              <a:t>Mejorar la competitividad para generar atracción al cliente reduciendo a su vez la menor cantidad de pérdidas financieras para la empresa.</a:t>
            </a:r>
          </a:p>
        </p:txBody>
      </p:sp>
    </p:spTree>
    <p:extLst>
      <p:ext uri="{BB962C8B-B14F-4D97-AF65-F5344CB8AC3E}">
        <p14:creationId xmlns:p14="http://schemas.microsoft.com/office/powerpoint/2010/main" val="61413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 calcmode="lin" valueType="num">
                                      <p:cBhvr additive="base">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C7DCA4-0824-E5E5-A5D7-AF16F7387E93}"/>
              </a:ext>
            </a:extLst>
          </p:cNvPr>
          <p:cNvSpPr>
            <a:spLocks noGrp="1"/>
          </p:cNvSpPr>
          <p:nvPr>
            <p:ph type="title"/>
          </p:nvPr>
        </p:nvSpPr>
        <p:spPr>
          <a:xfrm>
            <a:off x="2611808" y="808057"/>
            <a:ext cx="7958331" cy="650630"/>
          </a:xfrm>
        </p:spPr>
        <p:txBody>
          <a:bodyPr/>
          <a:lstStyle/>
          <a:p>
            <a:r>
              <a:rPr lang="es-MX" i="1" dirty="0">
                <a:latin typeface="Corbel" panose="020B0503020204020204" pitchFamily="34" charset="0"/>
              </a:rPr>
              <a:t>Descarga y creación de la base de datos</a:t>
            </a:r>
          </a:p>
        </p:txBody>
      </p:sp>
      <p:sp>
        <p:nvSpPr>
          <p:cNvPr id="3" name="Marcador de contenido 2">
            <a:extLst>
              <a:ext uri="{FF2B5EF4-FFF2-40B4-BE49-F238E27FC236}">
                <a16:creationId xmlns:a16="http://schemas.microsoft.com/office/drawing/2014/main" id="{32BDF793-79D2-79E5-0FFF-D150A9BE8A0A}"/>
              </a:ext>
            </a:extLst>
          </p:cNvPr>
          <p:cNvSpPr>
            <a:spLocks noGrp="1"/>
          </p:cNvSpPr>
          <p:nvPr>
            <p:ph idx="1"/>
          </p:nvPr>
        </p:nvSpPr>
        <p:spPr>
          <a:xfrm>
            <a:off x="1382486" y="1954145"/>
            <a:ext cx="9568543" cy="3997828"/>
          </a:xfrm>
        </p:spPr>
        <p:txBody>
          <a:bodyPr>
            <a:normAutofit fontScale="92500" lnSpcReduction="10000"/>
          </a:bodyPr>
          <a:lstStyle/>
          <a:p>
            <a:pPr algn="just"/>
            <a:r>
              <a:rPr lang="es-MX" sz="2400" dirty="0">
                <a:latin typeface="Helvetica Light" panose="020B0403020202020204" pitchFamily="34" charset="0"/>
              </a:rPr>
              <a:t>Para la descarga de los datos correspondientes se utilizará una página web oficial del Gobierno de México:</a:t>
            </a:r>
          </a:p>
          <a:p>
            <a:pPr marL="0" indent="0" algn="just">
              <a:buNone/>
            </a:pPr>
            <a:r>
              <a:rPr lang="es-MX" sz="2400" dirty="0">
                <a:latin typeface="Helvetica Light" panose="020B0403020202020204" pitchFamily="34" charset="0"/>
                <a:hlinkClick r:id="rId2"/>
              </a:rPr>
              <a:t>https://www.gob.mx/sesnsp/acciones-y-programas/incidencia-delictiva-del-fuero-comun-nueva-metodologia</a:t>
            </a:r>
            <a:endParaRPr lang="es-MX" sz="2400" dirty="0">
              <a:latin typeface="Helvetica Light" panose="020B0403020202020204" pitchFamily="34" charset="0"/>
            </a:endParaRPr>
          </a:p>
          <a:p>
            <a:pPr marL="0" indent="0" algn="just">
              <a:buNone/>
            </a:pPr>
            <a:r>
              <a:rPr lang="es-MX" sz="2400" dirty="0">
                <a:latin typeface="Helvetica Light" panose="020B0403020202020204" pitchFamily="34" charset="0"/>
              </a:rPr>
              <a:t>Para la carga y manejo de base de datos se usará </a:t>
            </a:r>
            <a:r>
              <a:rPr lang="es-MX" sz="2400" b="1" dirty="0">
                <a:latin typeface="Helvetica Light" panose="020B0403020202020204" pitchFamily="34" charset="0"/>
              </a:rPr>
              <a:t>SQL Server, </a:t>
            </a:r>
            <a:r>
              <a:rPr lang="es-MX" sz="2400" dirty="0">
                <a:latin typeface="Helvetica Light" panose="020B0403020202020204" pitchFamily="34" charset="0"/>
              </a:rPr>
              <a:t>valiosa herramienta practicada a lo largo de la profesión como analista de datos, con fin de obtener consultas básicas que nos permitan comprender la estructura en la que se trabajará y los primeros aspectos a transformar para su aplicación en modelos predictivos.</a:t>
            </a:r>
          </a:p>
        </p:txBody>
      </p:sp>
    </p:spTree>
    <p:extLst>
      <p:ext uri="{BB962C8B-B14F-4D97-AF65-F5344CB8AC3E}">
        <p14:creationId xmlns:p14="http://schemas.microsoft.com/office/powerpoint/2010/main" val="3909505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6C4AE-3053-D201-B7D1-53C6F81177D0}"/>
              </a:ext>
            </a:extLst>
          </p:cNvPr>
          <p:cNvSpPr>
            <a:spLocks noGrp="1"/>
          </p:cNvSpPr>
          <p:nvPr>
            <p:ph type="title"/>
          </p:nvPr>
        </p:nvSpPr>
        <p:spPr>
          <a:xfrm>
            <a:off x="4062015" y="239485"/>
            <a:ext cx="6628375" cy="538614"/>
          </a:xfrm>
        </p:spPr>
        <p:txBody>
          <a:bodyPr>
            <a:normAutofit fontScale="90000"/>
          </a:bodyPr>
          <a:lstStyle/>
          <a:p>
            <a:r>
              <a:rPr lang="es-MX" dirty="0">
                <a:latin typeface="Corbel" panose="020B0503020204020204" pitchFamily="34" charset="0"/>
              </a:rPr>
              <a:t>Diagrama de la base de datos generada</a:t>
            </a:r>
          </a:p>
        </p:txBody>
      </p:sp>
      <p:pic>
        <p:nvPicPr>
          <p:cNvPr id="5" name="Imagen 4">
            <a:extLst>
              <a:ext uri="{FF2B5EF4-FFF2-40B4-BE49-F238E27FC236}">
                <a16:creationId xmlns:a16="http://schemas.microsoft.com/office/drawing/2014/main" id="{15C6E646-265E-C6DF-6B14-454171C591BC}"/>
              </a:ext>
            </a:extLst>
          </p:cNvPr>
          <p:cNvPicPr>
            <a:picLocks noChangeAspect="1"/>
          </p:cNvPicPr>
          <p:nvPr/>
        </p:nvPicPr>
        <p:blipFill>
          <a:blip r:embed="rId2"/>
          <a:stretch>
            <a:fillRect/>
          </a:stretch>
        </p:blipFill>
        <p:spPr>
          <a:xfrm>
            <a:off x="4062015" y="2634343"/>
            <a:ext cx="6966197" cy="3984172"/>
          </a:xfrm>
          <a:prstGeom prst="rect">
            <a:avLst/>
          </a:prstGeom>
        </p:spPr>
      </p:pic>
      <p:pic>
        <p:nvPicPr>
          <p:cNvPr id="11" name="Imagen 10">
            <a:extLst>
              <a:ext uri="{FF2B5EF4-FFF2-40B4-BE49-F238E27FC236}">
                <a16:creationId xmlns:a16="http://schemas.microsoft.com/office/drawing/2014/main" id="{AE641F56-42FC-9740-7F4A-FB8709B2D563}"/>
              </a:ext>
            </a:extLst>
          </p:cNvPr>
          <p:cNvPicPr>
            <a:picLocks noChangeAspect="1"/>
          </p:cNvPicPr>
          <p:nvPr/>
        </p:nvPicPr>
        <p:blipFill>
          <a:blip r:embed="rId3"/>
          <a:stretch>
            <a:fillRect/>
          </a:stretch>
        </p:blipFill>
        <p:spPr>
          <a:xfrm>
            <a:off x="1393372" y="1742093"/>
            <a:ext cx="2315424" cy="4876422"/>
          </a:xfrm>
          <a:prstGeom prst="rect">
            <a:avLst/>
          </a:prstGeom>
        </p:spPr>
      </p:pic>
      <p:sp>
        <p:nvSpPr>
          <p:cNvPr id="12" name="CuadroTexto 11">
            <a:extLst>
              <a:ext uri="{FF2B5EF4-FFF2-40B4-BE49-F238E27FC236}">
                <a16:creationId xmlns:a16="http://schemas.microsoft.com/office/drawing/2014/main" id="{A3EC8EF1-2AC8-D6AF-2D90-D8ED0C9476BC}"/>
              </a:ext>
            </a:extLst>
          </p:cNvPr>
          <p:cNvSpPr txBox="1"/>
          <p:nvPr/>
        </p:nvSpPr>
        <p:spPr>
          <a:xfrm>
            <a:off x="4062015" y="778099"/>
            <a:ext cx="6628375" cy="1569660"/>
          </a:xfrm>
          <a:prstGeom prst="rect">
            <a:avLst/>
          </a:prstGeom>
          <a:noFill/>
        </p:spPr>
        <p:txBody>
          <a:bodyPr wrap="square" rtlCol="0">
            <a:spAutoFit/>
          </a:bodyPr>
          <a:lstStyle/>
          <a:p>
            <a:pPr algn="just"/>
            <a:r>
              <a:rPr lang="es-MX" sz="1200" dirty="0">
                <a:latin typeface="Helvetica Light"/>
              </a:rPr>
              <a:t>Para la generación de la base de datos se utilizó el servidor “localhost” predeterminado para uso local, se creó bajo el nombre “</a:t>
            </a:r>
            <a:r>
              <a:rPr lang="es-MX" sz="1200" i="1" dirty="0" err="1">
                <a:latin typeface="Helvetica Light"/>
              </a:rPr>
              <a:t>Delitos_Mexico</a:t>
            </a:r>
            <a:r>
              <a:rPr lang="es-MX" sz="1200" dirty="0">
                <a:latin typeface="Helvetica Light"/>
              </a:rPr>
              <a:t>”, y posteriormente se añadió al esquema general </a:t>
            </a:r>
            <a:r>
              <a:rPr lang="es-MX" sz="1200" i="1" dirty="0" err="1">
                <a:latin typeface="Helvetica Light"/>
              </a:rPr>
              <a:t>dbo</a:t>
            </a:r>
            <a:r>
              <a:rPr lang="es-MX" sz="1200" dirty="0">
                <a:latin typeface="Helvetica Light"/>
              </a:rPr>
              <a:t> la tabla con el contenido de todos los datos. No fue necesaria una división de distintos esquemas ya que la información era unilateral y presentaba todo el contenido sin necesidad de seccionarlo. </a:t>
            </a:r>
          </a:p>
          <a:p>
            <a:pPr algn="just"/>
            <a:endParaRPr lang="es-MX" sz="1200" dirty="0">
              <a:latin typeface="Helvetica Light"/>
            </a:endParaRPr>
          </a:p>
          <a:p>
            <a:pPr algn="just"/>
            <a:r>
              <a:rPr lang="es-MX" sz="1200" dirty="0">
                <a:latin typeface="Helvetica Light"/>
              </a:rPr>
              <a:t>A continuación se muestran capturas de la tabla (ingresada como </a:t>
            </a:r>
            <a:r>
              <a:rPr lang="es-MX" sz="1200" b="1" i="1" dirty="0">
                <a:latin typeface="Helvetica Light"/>
              </a:rPr>
              <a:t>NOT NULL</a:t>
            </a:r>
            <a:r>
              <a:rPr lang="es-MX" sz="1200" dirty="0">
                <a:latin typeface="Helvetica Light"/>
              </a:rPr>
              <a:t> para evitar posterior trabajo de filtración de datos faltantes, así como una consulta general filtrando los delitos exclusivos por robo para verificación de la carga de los datos correctamente):</a:t>
            </a:r>
          </a:p>
        </p:txBody>
      </p:sp>
    </p:spTree>
    <p:extLst>
      <p:ext uri="{BB962C8B-B14F-4D97-AF65-F5344CB8AC3E}">
        <p14:creationId xmlns:p14="http://schemas.microsoft.com/office/powerpoint/2010/main" val="3113357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F306F6-8ABC-9522-0749-2BDC946B63B1}"/>
              </a:ext>
            </a:extLst>
          </p:cNvPr>
          <p:cNvSpPr>
            <a:spLocks noGrp="1"/>
          </p:cNvSpPr>
          <p:nvPr>
            <p:ph idx="1"/>
          </p:nvPr>
        </p:nvSpPr>
        <p:spPr>
          <a:xfrm>
            <a:off x="7587343" y="620486"/>
            <a:ext cx="3635591" cy="5295200"/>
          </a:xfrm>
        </p:spPr>
        <p:txBody>
          <a:bodyPr>
            <a:normAutofit/>
          </a:bodyPr>
          <a:lstStyle/>
          <a:p>
            <a:pPr marL="0" indent="0" algn="just">
              <a:buNone/>
            </a:pPr>
            <a:r>
              <a:rPr lang="es-MX" dirty="0">
                <a:latin typeface="Helvetica Light"/>
              </a:rPr>
              <a:t>Para la conexión con Python, se utilizó el entorno Visual Studio </a:t>
            </a:r>
            <a:r>
              <a:rPr lang="es-MX" dirty="0" err="1">
                <a:latin typeface="Helvetica Light"/>
              </a:rPr>
              <a:t>Code</a:t>
            </a:r>
            <a:r>
              <a:rPr lang="es-MX" dirty="0">
                <a:latin typeface="Helvetica Light"/>
              </a:rPr>
              <a:t>, con apoyo de la extensión que este posee para el gestor de SQL Server.</a:t>
            </a:r>
          </a:p>
          <a:p>
            <a:pPr marL="0" indent="0" algn="just">
              <a:buNone/>
            </a:pPr>
            <a:r>
              <a:rPr lang="es-MX" dirty="0">
                <a:latin typeface="Helvetica Light"/>
              </a:rPr>
              <a:t>Como fue mencionado previamente, el server utilizado fue local, haciendo uso de este tipo de conexión para generar una autenticación propia de la máquina local.</a:t>
            </a:r>
          </a:p>
        </p:txBody>
      </p:sp>
      <p:pic>
        <p:nvPicPr>
          <p:cNvPr id="5" name="Imagen 4">
            <a:extLst>
              <a:ext uri="{FF2B5EF4-FFF2-40B4-BE49-F238E27FC236}">
                <a16:creationId xmlns:a16="http://schemas.microsoft.com/office/drawing/2014/main" id="{A4563FDD-F60F-A8B4-18E0-E21B01E459C6}"/>
              </a:ext>
            </a:extLst>
          </p:cNvPr>
          <p:cNvPicPr>
            <a:picLocks noChangeAspect="1"/>
          </p:cNvPicPr>
          <p:nvPr/>
        </p:nvPicPr>
        <p:blipFill>
          <a:blip r:embed="rId2"/>
          <a:stretch>
            <a:fillRect/>
          </a:stretch>
        </p:blipFill>
        <p:spPr>
          <a:xfrm>
            <a:off x="1235624" y="729342"/>
            <a:ext cx="6179332" cy="3457239"/>
          </a:xfrm>
          <a:prstGeom prst="rect">
            <a:avLst/>
          </a:prstGeom>
        </p:spPr>
      </p:pic>
      <p:pic>
        <p:nvPicPr>
          <p:cNvPr id="8" name="Imagen 7">
            <a:extLst>
              <a:ext uri="{FF2B5EF4-FFF2-40B4-BE49-F238E27FC236}">
                <a16:creationId xmlns:a16="http://schemas.microsoft.com/office/drawing/2014/main" id="{22006D81-E9EC-07AB-B53C-C11A4F3F9B4D}"/>
              </a:ext>
            </a:extLst>
          </p:cNvPr>
          <p:cNvPicPr>
            <a:picLocks noChangeAspect="1"/>
          </p:cNvPicPr>
          <p:nvPr/>
        </p:nvPicPr>
        <p:blipFill>
          <a:blip r:embed="rId3"/>
          <a:stretch>
            <a:fillRect/>
          </a:stretch>
        </p:blipFill>
        <p:spPr>
          <a:xfrm>
            <a:off x="1337158" y="4477210"/>
            <a:ext cx="6077798" cy="1438476"/>
          </a:xfrm>
          <a:prstGeom prst="rect">
            <a:avLst/>
          </a:prstGeom>
        </p:spPr>
      </p:pic>
    </p:spTree>
    <p:extLst>
      <p:ext uri="{BB962C8B-B14F-4D97-AF65-F5344CB8AC3E}">
        <p14:creationId xmlns:p14="http://schemas.microsoft.com/office/powerpoint/2010/main" val="1559862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0D3A9FC-845D-A36A-E0DF-D0776E64225B}"/>
              </a:ext>
            </a:extLst>
          </p:cNvPr>
          <p:cNvPicPr>
            <a:picLocks noChangeAspect="1"/>
          </p:cNvPicPr>
          <p:nvPr/>
        </p:nvPicPr>
        <p:blipFill>
          <a:blip r:embed="rId2"/>
          <a:stretch>
            <a:fillRect/>
          </a:stretch>
        </p:blipFill>
        <p:spPr>
          <a:xfrm>
            <a:off x="1105249" y="2548099"/>
            <a:ext cx="9981501" cy="4026872"/>
          </a:xfrm>
          <a:prstGeom prst="rect">
            <a:avLst/>
          </a:prstGeom>
        </p:spPr>
      </p:pic>
      <p:sp>
        <p:nvSpPr>
          <p:cNvPr id="6" name="CuadroTexto 5">
            <a:extLst>
              <a:ext uri="{FF2B5EF4-FFF2-40B4-BE49-F238E27FC236}">
                <a16:creationId xmlns:a16="http://schemas.microsoft.com/office/drawing/2014/main" id="{4056D7D4-6048-1708-397C-FA24DAFED758}"/>
              </a:ext>
            </a:extLst>
          </p:cNvPr>
          <p:cNvSpPr txBox="1"/>
          <p:nvPr/>
        </p:nvSpPr>
        <p:spPr>
          <a:xfrm>
            <a:off x="2618364" y="402771"/>
            <a:ext cx="8468386" cy="1938992"/>
          </a:xfrm>
          <a:prstGeom prst="rect">
            <a:avLst/>
          </a:prstGeom>
          <a:noFill/>
        </p:spPr>
        <p:txBody>
          <a:bodyPr wrap="square" rtlCol="0">
            <a:spAutoFit/>
          </a:bodyPr>
          <a:lstStyle/>
          <a:p>
            <a:pPr algn="just"/>
            <a:r>
              <a:rPr lang="es-MX" sz="2000" dirty="0">
                <a:latin typeface="Helvetica Light"/>
              </a:rPr>
              <a:t>Tras la conexión e implementación del servidor a Visual Studio </a:t>
            </a:r>
            <a:r>
              <a:rPr lang="es-MX" sz="2000" dirty="0" err="1">
                <a:latin typeface="Helvetica Light"/>
              </a:rPr>
              <a:t>Code</a:t>
            </a:r>
            <a:r>
              <a:rPr lang="es-MX" sz="2000" dirty="0">
                <a:latin typeface="Helvetica Light"/>
              </a:rPr>
              <a:t>, se realizaron consultas básicas para verificación del funcionamiento de la base de datos, con la misma consulta presentada en SQL Server.</a:t>
            </a:r>
          </a:p>
          <a:p>
            <a:pPr algn="just"/>
            <a:endParaRPr lang="es-MX" sz="2000" dirty="0">
              <a:latin typeface="Helvetica Light"/>
            </a:endParaRPr>
          </a:p>
          <a:p>
            <a:pPr algn="just"/>
            <a:r>
              <a:rPr lang="es-MX" sz="2000" dirty="0">
                <a:latin typeface="Helvetica Light"/>
              </a:rPr>
              <a:t>Se anexa además en la captura la correcta conexión y chequeo de las tablas que componen la data, lista para su posterior filtración y extracción.</a:t>
            </a:r>
          </a:p>
        </p:txBody>
      </p:sp>
    </p:spTree>
    <p:extLst>
      <p:ext uri="{BB962C8B-B14F-4D97-AF65-F5344CB8AC3E}">
        <p14:creationId xmlns:p14="http://schemas.microsoft.com/office/powerpoint/2010/main" val="1429925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54C577-C6C2-115B-3378-957B523DCBB0}"/>
              </a:ext>
            </a:extLst>
          </p:cNvPr>
          <p:cNvSpPr>
            <a:spLocks noGrp="1"/>
          </p:cNvSpPr>
          <p:nvPr>
            <p:ph type="title"/>
          </p:nvPr>
        </p:nvSpPr>
        <p:spPr>
          <a:xfrm>
            <a:off x="3692983" y="292165"/>
            <a:ext cx="7363560" cy="600216"/>
          </a:xfrm>
        </p:spPr>
        <p:txBody>
          <a:bodyPr/>
          <a:lstStyle/>
          <a:p>
            <a:r>
              <a:rPr lang="es-MX" dirty="0">
                <a:effectLst>
                  <a:outerShdw blurRad="38100" dist="38100" dir="2700000" algn="tl">
                    <a:srgbClr val="000000">
                      <a:alpha val="43137"/>
                    </a:srgbClr>
                  </a:outerShdw>
                </a:effectLst>
                <a:latin typeface="Corbel" panose="020B0503020204020204" pitchFamily="34" charset="0"/>
              </a:rPr>
              <a:t>Consultas relevantes para valoración</a:t>
            </a:r>
          </a:p>
        </p:txBody>
      </p:sp>
      <p:sp>
        <p:nvSpPr>
          <p:cNvPr id="8" name="CuadroTexto 7">
            <a:extLst>
              <a:ext uri="{FF2B5EF4-FFF2-40B4-BE49-F238E27FC236}">
                <a16:creationId xmlns:a16="http://schemas.microsoft.com/office/drawing/2014/main" id="{0D576672-C3A2-2D48-1A03-38EB6BF73FD1}"/>
              </a:ext>
            </a:extLst>
          </p:cNvPr>
          <p:cNvSpPr txBox="1"/>
          <p:nvPr/>
        </p:nvSpPr>
        <p:spPr>
          <a:xfrm>
            <a:off x="1441983" y="3477227"/>
            <a:ext cx="3876514" cy="3293209"/>
          </a:xfrm>
          <a:prstGeom prst="rect">
            <a:avLst/>
          </a:prstGeom>
          <a:noFill/>
        </p:spPr>
        <p:txBody>
          <a:bodyPr wrap="square" rtlCol="0">
            <a:spAutoFit/>
          </a:bodyPr>
          <a:lstStyle/>
          <a:p>
            <a:r>
              <a:rPr lang="es-ES" sz="1300" b="1" i="1" dirty="0">
                <a:latin typeface="Helvetica Light"/>
              </a:rPr>
              <a:t>Número promedio de delitos agrupados por municipio y año-mes de ocurrencia de estos.</a:t>
            </a:r>
          </a:p>
          <a:p>
            <a:endParaRPr lang="es-ES" sz="1300" i="1" dirty="0">
              <a:latin typeface="Helvetica Light"/>
            </a:endParaRPr>
          </a:p>
          <a:p>
            <a:r>
              <a:rPr lang="es-MX" sz="1300" dirty="0">
                <a:latin typeface="Helvetica Light"/>
              </a:rPr>
              <a:t>SELECT Municipio, Año, mes, FORMAT(AVG(</a:t>
            </a:r>
            <a:r>
              <a:rPr lang="es-MX" sz="1300" dirty="0" err="1">
                <a:latin typeface="Helvetica Light"/>
              </a:rPr>
              <a:t>suma_anual</a:t>
            </a:r>
            <a:r>
              <a:rPr lang="es-MX" sz="1300" dirty="0">
                <a:latin typeface="Helvetica Light"/>
              </a:rPr>
              <a:t>), 'N2') AS </a:t>
            </a:r>
            <a:r>
              <a:rPr lang="es-MX" sz="1300" dirty="0" err="1">
                <a:latin typeface="Helvetica Light"/>
              </a:rPr>
              <a:t>promedio_delitos</a:t>
            </a:r>
            <a:endParaRPr lang="es-MX" sz="1300" dirty="0">
              <a:latin typeface="Helvetica Light"/>
            </a:endParaRPr>
          </a:p>
          <a:p>
            <a:r>
              <a:rPr lang="es-MX" sz="1300" dirty="0">
                <a:latin typeface="Helvetica Light"/>
              </a:rPr>
              <a:t>FROM (SELECT Municipio, Año, mes, </a:t>
            </a:r>
            <a:r>
              <a:rPr lang="es-MX" sz="1300" dirty="0" err="1">
                <a:latin typeface="Helvetica Light"/>
              </a:rPr>
              <a:t>suma_anual</a:t>
            </a:r>
            <a:endParaRPr lang="es-MX" sz="1300" dirty="0">
              <a:latin typeface="Helvetica Light"/>
            </a:endParaRPr>
          </a:p>
          <a:p>
            <a:r>
              <a:rPr lang="es-MX" sz="1300" dirty="0">
                <a:latin typeface="Helvetica Light"/>
              </a:rPr>
              <a:t>FROM </a:t>
            </a:r>
            <a:r>
              <a:rPr lang="es-MX" sz="1300" dirty="0" err="1">
                <a:latin typeface="Helvetica Light"/>
              </a:rPr>
              <a:t>dbo.delitos</a:t>
            </a:r>
            <a:endParaRPr lang="es-MX" sz="1300" dirty="0">
              <a:latin typeface="Helvetica Light"/>
            </a:endParaRPr>
          </a:p>
          <a:p>
            <a:r>
              <a:rPr lang="es-MX" sz="1300" dirty="0">
                <a:latin typeface="Helvetica Light"/>
              </a:rPr>
              <a:t>        UNPIVOT(</a:t>
            </a:r>
            <a:r>
              <a:rPr lang="es-MX" sz="1300" dirty="0" err="1">
                <a:latin typeface="Helvetica Light"/>
              </a:rPr>
              <a:t>num_delitos</a:t>
            </a:r>
            <a:r>
              <a:rPr lang="es-MX" sz="1300" dirty="0">
                <a:latin typeface="Helvetica Light"/>
              </a:rPr>
              <a:t> FOR mes IN </a:t>
            </a:r>
          </a:p>
          <a:p>
            <a:r>
              <a:rPr lang="es-MX" sz="1300" dirty="0">
                <a:latin typeface="Helvetica Light"/>
              </a:rPr>
              <a:t>                (enero, febrero, marzo, abril, mayo, junio,</a:t>
            </a:r>
          </a:p>
          <a:p>
            <a:r>
              <a:rPr lang="es-MX" sz="1300" dirty="0">
                <a:latin typeface="Helvetica Light"/>
              </a:rPr>
              <a:t>                julio, agosto, septiembre, octubre, noviembre, diciembre) </a:t>
            </a:r>
          </a:p>
          <a:p>
            <a:r>
              <a:rPr lang="es-MX" sz="1300" dirty="0">
                <a:latin typeface="Helvetica Light"/>
              </a:rPr>
              <a:t>                )AS </a:t>
            </a:r>
            <a:r>
              <a:rPr lang="es-MX" sz="1300" dirty="0" err="1">
                <a:latin typeface="Helvetica Light"/>
              </a:rPr>
              <a:t>unpvt</a:t>
            </a:r>
            <a:r>
              <a:rPr lang="es-MX" sz="1300" dirty="0">
                <a:latin typeface="Helvetica Light"/>
              </a:rPr>
              <a:t> </a:t>
            </a:r>
          </a:p>
          <a:p>
            <a:r>
              <a:rPr lang="es-MX" sz="1300" dirty="0">
                <a:latin typeface="Helvetica Light"/>
              </a:rPr>
              <a:t>                )AS datos</a:t>
            </a:r>
          </a:p>
          <a:p>
            <a:r>
              <a:rPr lang="es-MX" sz="1300" dirty="0">
                <a:latin typeface="Helvetica Light"/>
              </a:rPr>
              <a:t>GROUP BY Municipio, Año, mes</a:t>
            </a:r>
          </a:p>
          <a:p>
            <a:r>
              <a:rPr lang="es-MX" sz="1300" dirty="0">
                <a:latin typeface="Helvetica Light"/>
              </a:rPr>
              <a:t>ORDER BY </a:t>
            </a:r>
            <a:r>
              <a:rPr lang="es-MX" sz="1300" dirty="0" err="1">
                <a:latin typeface="Helvetica Light"/>
              </a:rPr>
              <a:t>promedio_delitos</a:t>
            </a:r>
            <a:r>
              <a:rPr lang="es-MX" sz="1300" dirty="0">
                <a:latin typeface="Helvetica Light"/>
              </a:rPr>
              <a:t> DESC;</a:t>
            </a:r>
          </a:p>
        </p:txBody>
      </p:sp>
      <p:sp>
        <p:nvSpPr>
          <p:cNvPr id="4" name="CuadroTexto 3">
            <a:extLst>
              <a:ext uri="{FF2B5EF4-FFF2-40B4-BE49-F238E27FC236}">
                <a16:creationId xmlns:a16="http://schemas.microsoft.com/office/drawing/2014/main" id="{AE2E14DD-54B5-658A-4556-61434796D98A}"/>
              </a:ext>
            </a:extLst>
          </p:cNvPr>
          <p:cNvSpPr txBox="1"/>
          <p:nvPr/>
        </p:nvSpPr>
        <p:spPr>
          <a:xfrm>
            <a:off x="6484789" y="3662284"/>
            <a:ext cx="3876514" cy="2677656"/>
          </a:xfrm>
          <a:prstGeom prst="rect">
            <a:avLst/>
          </a:prstGeom>
          <a:noFill/>
        </p:spPr>
        <p:txBody>
          <a:bodyPr wrap="square" rtlCol="0">
            <a:spAutoFit/>
          </a:bodyPr>
          <a:lstStyle/>
          <a:p>
            <a:r>
              <a:rPr lang="es-ES" sz="1400" b="1" i="1" dirty="0">
                <a:latin typeface="Helvetica Light"/>
              </a:rPr>
              <a:t>El delito más común por municipio</a:t>
            </a:r>
            <a:endParaRPr lang="es-ES" sz="1400" b="1" dirty="0">
              <a:latin typeface="Helvetica Light"/>
            </a:endParaRPr>
          </a:p>
          <a:p>
            <a:endParaRPr lang="es-ES" sz="1400" i="1" dirty="0">
              <a:latin typeface="Helvetica Light"/>
            </a:endParaRPr>
          </a:p>
          <a:p>
            <a:r>
              <a:rPr lang="es-MX" sz="1400" dirty="0">
                <a:latin typeface="Helvetica Light"/>
              </a:rPr>
              <a:t>SELECT Municipio, </a:t>
            </a:r>
            <a:r>
              <a:rPr lang="es-MX" sz="1400" dirty="0" err="1">
                <a:latin typeface="Helvetica Light"/>
              </a:rPr>
              <a:t>Tipo_de_delito</a:t>
            </a:r>
            <a:r>
              <a:rPr lang="es-MX" sz="1400" dirty="0">
                <a:latin typeface="Helvetica Light"/>
              </a:rPr>
              <a:t>, </a:t>
            </a:r>
            <a:r>
              <a:rPr lang="es-MX" sz="1400" dirty="0" err="1">
                <a:latin typeface="Helvetica Light"/>
              </a:rPr>
              <a:t>Subtipo_de_delito</a:t>
            </a:r>
            <a:r>
              <a:rPr lang="es-MX" sz="1400" dirty="0">
                <a:latin typeface="Helvetica Light"/>
              </a:rPr>
              <a:t>, </a:t>
            </a:r>
            <a:r>
              <a:rPr lang="es-MX" sz="1400" dirty="0" err="1">
                <a:latin typeface="Helvetica Light"/>
              </a:rPr>
              <a:t>suma_anual</a:t>
            </a:r>
            <a:r>
              <a:rPr lang="es-MX" sz="1400" dirty="0">
                <a:latin typeface="Helvetica Light"/>
              </a:rPr>
              <a:t> AS </a:t>
            </a:r>
            <a:r>
              <a:rPr lang="es-MX" sz="1400" dirty="0" err="1">
                <a:latin typeface="Helvetica Light"/>
              </a:rPr>
              <a:t>Delitos_Totales</a:t>
            </a:r>
            <a:endParaRPr lang="es-MX" sz="1400" dirty="0">
              <a:latin typeface="Helvetica Light"/>
            </a:endParaRPr>
          </a:p>
          <a:p>
            <a:r>
              <a:rPr lang="es-MX" sz="1400" dirty="0">
                <a:latin typeface="Helvetica Light"/>
              </a:rPr>
              <a:t>FROM (SELECT Municipio, </a:t>
            </a:r>
            <a:r>
              <a:rPr lang="es-MX" sz="1400" dirty="0" err="1">
                <a:latin typeface="Helvetica Light"/>
              </a:rPr>
              <a:t>Tipo_de_delito</a:t>
            </a:r>
            <a:r>
              <a:rPr lang="es-MX" sz="1400" dirty="0">
                <a:latin typeface="Helvetica Light"/>
              </a:rPr>
              <a:t>, </a:t>
            </a:r>
            <a:r>
              <a:rPr lang="es-MX" sz="1400" dirty="0" err="1">
                <a:latin typeface="Helvetica Light"/>
              </a:rPr>
              <a:t>Subtipo_de_delito</a:t>
            </a:r>
            <a:r>
              <a:rPr lang="es-MX" sz="1400" dirty="0">
                <a:latin typeface="Helvetica Light"/>
              </a:rPr>
              <a:t>, </a:t>
            </a:r>
            <a:r>
              <a:rPr lang="es-MX" sz="1400" dirty="0" err="1">
                <a:latin typeface="Helvetica Light"/>
              </a:rPr>
              <a:t>suma_anual</a:t>
            </a:r>
            <a:r>
              <a:rPr lang="es-MX" sz="1400" dirty="0">
                <a:latin typeface="Helvetica Light"/>
              </a:rPr>
              <a:t>, ROW_NUMBER() OVER (PARTITION BY Municipio ORDER BY </a:t>
            </a:r>
            <a:r>
              <a:rPr lang="es-MX" sz="1400" dirty="0" err="1">
                <a:latin typeface="Helvetica Light"/>
              </a:rPr>
              <a:t>suma_anual</a:t>
            </a:r>
            <a:r>
              <a:rPr lang="es-MX" sz="1400" dirty="0">
                <a:latin typeface="Helvetica Light"/>
              </a:rPr>
              <a:t> DESC) AS </a:t>
            </a:r>
            <a:r>
              <a:rPr lang="es-MX" sz="1400" dirty="0" err="1">
                <a:latin typeface="Helvetica Light"/>
              </a:rPr>
              <a:t>rn</a:t>
            </a:r>
            <a:endParaRPr lang="es-MX" sz="1400" dirty="0">
              <a:latin typeface="Helvetica Light"/>
            </a:endParaRPr>
          </a:p>
          <a:p>
            <a:r>
              <a:rPr lang="es-MX" sz="1400" dirty="0">
                <a:latin typeface="Helvetica Light"/>
              </a:rPr>
              <a:t>FROM </a:t>
            </a:r>
            <a:r>
              <a:rPr lang="es-MX" sz="1400" dirty="0" err="1">
                <a:latin typeface="Helvetica Light"/>
              </a:rPr>
              <a:t>dbo.delitos</a:t>
            </a:r>
            <a:r>
              <a:rPr lang="es-MX" sz="1400" dirty="0">
                <a:latin typeface="Helvetica Light"/>
              </a:rPr>
              <a:t>) AS </a:t>
            </a:r>
            <a:r>
              <a:rPr lang="es-MX" sz="1400" dirty="0" err="1">
                <a:latin typeface="Helvetica Light"/>
              </a:rPr>
              <a:t>ranked</a:t>
            </a:r>
            <a:endParaRPr lang="es-MX" sz="1400" dirty="0">
              <a:latin typeface="Helvetica Light"/>
            </a:endParaRPr>
          </a:p>
          <a:p>
            <a:r>
              <a:rPr lang="es-MX" sz="1400" dirty="0">
                <a:latin typeface="Helvetica Light"/>
              </a:rPr>
              <a:t>WHERE </a:t>
            </a:r>
            <a:r>
              <a:rPr lang="es-MX" sz="1400" dirty="0" err="1">
                <a:latin typeface="Helvetica Light"/>
              </a:rPr>
              <a:t>rn</a:t>
            </a:r>
            <a:r>
              <a:rPr lang="es-MX" sz="1400" dirty="0">
                <a:latin typeface="Helvetica Light"/>
              </a:rPr>
              <a:t> = 1</a:t>
            </a:r>
          </a:p>
          <a:p>
            <a:r>
              <a:rPr lang="es-MX" sz="1400" dirty="0">
                <a:latin typeface="Helvetica Light"/>
              </a:rPr>
              <a:t>ORDER BY </a:t>
            </a:r>
            <a:r>
              <a:rPr lang="es-MX" sz="1400" dirty="0" err="1">
                <a:latin typeface="Helvetica Light"/>
              </a:rPr>
              <a:t>suma_anual</a:t>
            </a:r>
            <a:r>
              <a:rPr lang="es-MX" sz="1400" dirty="0">
                <a:latin typeface="Helvetica Light"/>
              </a:rPr>
              <a:t> DESC;</a:t>
            </a:r>
          </a:p>
        </p:txBody>
      </p:sp>
      <p:pic>
        <p:nvPicPr>
          <p:cNvPr id="12" name="Imagen 11">
            <a:extLst>
              <a:ext uri="{FF2B5EF4-FFF2-40B4-BE49-F238E27FC236}">
                <a16:creationId xmlns:a16="http://schemas.microsoft.com/office/drawing/2014/main" id="{29E024C4-9C7D-7624-27E1-D82C0B11F050}"/>
              </a:ext>
            </a:extLst>
          </p:cNvPr>
          <p:cNvPicPr>
            <a:picLocks noChangeAspect="1"/>
          </p:cNvPicPr>
          <p:nvPr/>
        </p:nvPicPr>
        <p:blipFill>
          <a:blip r:embed="rId2"/>
          <a:stretch>
            <a:fillRect/>
          </a:stretch>
        </p:blipFill>
        <p:spPr>
          <a:xfrm>
            <a:off x="1272430" y="1141395"/>
            <a:ext cx="4215620" cy="2287605"/>
          </a:xfrm>
          <a:prstGeom prst="rect">
            <a:avLst/>
          </a:prstGeom>
        </p:spPr>
      </p:pic>
      <p:pic>
        <p:nvPicPr>
          <p:cNvPr id="14" name="Imagen 13">
            <a:extLst>
              <a:ext uri="{FF2B5EF4-FFF2-40B4-BE49-F238E27FC236}">
                <a16:creationId xmlns:a16="http://schemas.microsoft.com/office/drawing/2014/main" id="{62F60A5A-343F-96CF-3892-F434F264729F}"/>
              </a:ext>
            </a:extLst>
          </p:cNvPr>
          <p:cNvPicPr>
            <a:picLocks noChangeAspect="1"/>
          </p:cNvPicPr>
          <p:nvPr/>
        </p:nvPicPr>
        <p:blipFill>
          <a:blip r:embed="rId3"/>
          <a:stretch>
            <a:fillRect/>
          </a:stretch>
        </p:blipFill>
        <p:spPr>
          <a:xfrm>
            <a:off x="5768437" y="1141395"/>
            <a:ext cx="5309218" cy="2287604"/>
          </a:xfrm>
          <a:prstGeom prst="rect">
            <a:avLst/>
          </a:prstGeom>
        </p:spPr>
      </p:pic>
    </p:spTree>
    <p:extLst>
      <p:ext uri="{BB962C8B-B14F-4D97-AF65-F5344CB8AC3E}">
        <p14:creationId xmlns:p14="http://schemas.microsoft.com/office/powerpoint/2010/main" val="3873327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43FDCB2B-F348-9FB5-32B7-EF373F60051C}"/>
              </a:ext>
            </a:extLst>
          </p:cNvPr>
          <p:cNvSpPr txBox="1"/>
          <p:nvPr/>
        </p:nvSpPr>
        <p:spPr>
          <a:xfrm>
            <a:off x="1295400" y="4118789"/>
            <a:ext cx="4313582" cy="2739211"/>
          </a:xfrm>
          <a:prstGeom prst="rect">
            <a:avLst/>
          </a:prstGeom>
          <a:noFill/>
        </p:spPr>
        <p:txBody>
          <a:bodyPr wrap="square" rtlCol="0">
            <a:spAutoFit/>
          </a:bodyPr>
          <a:lstStyle/>
          <a:p>
            <a:pPr algn="just"/>
            <a:r>
              <a:rPr lang="es-ES" sz="1400" b="1" i="1" dirty="0">
                <a:latin typeface="Helvetica Light"/>
              </a:rPr>
              <a:t>La temporada con más crímenes en México</a:t>
            </a:r>
          </a:p>
          <a:p>
            <a:pPr algn="just"/>
            <a:endParaRPr lang="es-ES" sz="1400" i="1" dirty="0">
              <a:latin typeface="Helvetica Light"/>
            </a:endParaRPr>
          </a:p>
          <a:p>
            <a:r>
              <a:rPr lang="es-MX" sz="1400" dirty="0">
                <a:latin typeface="Helvetica Light"/>
              </a:rPr>
              <a:t>SELECT TOP 10 Año, Mes, SUM(</a:t>
            </a:r>
            <a:r>
              <a:rPr lang="es-MX" sz="1400" dirty="0" err="1">
                <a:latin typeface="Helvetica Light"/>
              </a:rPr>
              <a:t>num_delitos</a:t>
            </a:r>
            <a:r>
              <a:rPr lang="es-MX" sz="1400" dirty="0">
                <a:latin typeface="Helvetica Light"/>
              </a:rPr>
              <a:t>) AS </a:t>
            </a:r>
            <a:r>
              <a:rPr lang="es-MX" sz="1400" dirty="0" err="1">
                <a:latin typeface="Helvetica Light"/>
              </a:rPr>
              <a:t>TotalDelitos</a:t>
            </a:r>
            <a:endParaRPr lang="es-MX" sz="1400" dirty="0">
              <a:latin typeface="Helvetica Light"/>
            </a:endParaRPr>
          </a:p>
          <a:p>
            <a:r>
              <a:rPr lang="es-MX" sz="1400" dirty="0">
                <a:latin typeface="Helvetica Light"/>
              </a:rPr>
              <a:t>FROM (SELECT Año, Mes, </a:t>
            </a:r>
            <a:r>
              <a:rPr lang="es-MX" sz="1400" dirty="0" err="1">
                <a:latin typeface="Helvetica Light"/>
              </a:rPr>
              <a:t>num_delitos</a:t>
            </a:r>
            <a:endParaRPr lang="es-MX" sz="1400" dirty="0">
              <a:latin typeface="Helvetica Light"/>
            </a:endParaRPr>
          </a:p>
          <a:p>
            <a:r>
              <a:rPr lang="es-MX" sz="1400" dirty="0">
                <a:latin typeface="Helvetica Light"/>
              </a:rPr>
              <a:t>FROM </a:t>
            </a:r>
            <a:r>
              <a:rPr lang="es-MX" sz="1400" dirty="0" err="1">
                <a:latin typeface="Helvetica Light"/>
              </a:rPr>
              <a:t>dbo.delitos</a:t>
            </a:r>
            <a:endParaRPr lang="es-MX" sz="1400" dirty="0">
              <a:latin typeface="Helvetica Light"/>
            </a:endParaRPr>
          </a:p>
          <a:p>
            <a:r>
              <a:rPr lang="es-MX" sz="1400" dirty="0">
                <a:latin typeface="Helvetica Light"/>
              </a:rPr>
              <a:t>UNPIVOT ( </a:t>
            </a:r>
            <a:r>
              <a:rPr lang="es-MX" sz="1400" dirty="0" err="1">
                <a:latin typeface="Helvetica Light"/>
              </a:rPr>
              <a:t>num_delitos</a:t>
            </a:r>
            <a:r>
              <a:rPr lang="es-MX" sz="1400" dirty="0">
                <a:latin typeface="Helvetica Light"/>
              </a:rPr>
              <a:t> FOR Mes IN ( Enero, Febrero, Marzo, Abril, Mayo, Junio, Julio, Agosto, Septiembre, Octubre, Noviembre, Diciembre)) AS </a:t>
            </a:r>
            <a:r>
              <a:rPr lang="es-MX" sz="1400" dirty="0" err="1">
                <a:latin typeface="Helvetica Light"/>
              </a:rPr>
              <a:t>unpvt</a:t>
            </a:r>
            <a:r>
              <a:rPr lang="es-MX" sz="1400" dirty="0">
                <a:latin typeface="Helvetica Light"/>
              </a:rPr>
              <a:t>) AS datos</a:t>
            </a:r>
          </a:p>
          <a:p>
            <a:r>
              <a:rPr lang="es-MX" sz="1400" dirty="0">
                <a:latin typeface="Helvetica Light"/>
              </a:rPr>
              <a:t>GROUP BY Año, Mes</a:t>
            </a:r>
          </a:p>
          <a:p>
            <a:r>
              <a:rPr lang="es-MX" sz="1400" dirty="0">
                <a:latin typeface="Helvetica Light"/>
              </a:rPr>
              <a:t>ORDER BY </a:t>
            </a:r>
            <a:r>
              <a:rPr lang="es-MX" sz="1400" dirty="0" err="1">
                <a:latin typeface="Helvetica Light"/>
              </a:rPr>
              <a:t>TotalDelitos</a:t>
            </a:r>
            <a:r>
              <a:rPr lang="es-MX" sz="1400" dirty="0">
                <a:latin typeface="Helvetica Light"/>
              </a:rPr>
              <a:t> DESC;</a:t>
            </a:r>
          </a:p>
          <a:p>
            <a:pPr algn="just"/>
            <a:endParaRPr lang="es-ES" dirty="0"/>
          </a:p>
        </p:txBody>
      </p:sp>
      <p:sp>
        <p:nvSpPr>
          <p:cNvPr id="9" name="CuadroTexto 8">
            <a:extLst>
              <a:ext uri="{FF2B5EF4-FFF2-40B4-BE49-F238E27FC236}">
                <a16:creationId xmlns:a16="http://schemas.microsoft.com/office/drawing/2014/main" id="{4426AFD0-D7E6-A339-CED0-A4FC08C43B08}"/>
              </a:ext>
            </a:extLst>
          </p:cNvPr>
          <p:cNvSpPr txBox="1"/>
          <p:nvPr/>
        </p:nvSpPr>
        <p:spPr>
          <a:xfrm>
            <a:off x="5900057" y="4118789"/>
            <a:ext cx="4996543" cy="3231654"/>
          </a:xfrm>
          <a:prstGeom prst="rect">
            <a:avLst/>
          </a:prstGeom>
          <a:noFill/>
        </p:spPr>
        <p:txBody>
          <a:bodyPr wrap="square" rtlCol="0">
            <a:spAutoFit/>
          </a:bodyPr>
          <a:lstStyle/>
          <a:p>
            <a:pPr algn="just"/>
            <a:r>
              <a:rPr lang="es-ES" sz="1200" b="1" i="1" dirty="0">
                <a:latin typeface="Helvetica Light"/>
              </a:rPr>
              <a:t>El número promedio de delitos agrupados por tipo de delito y año y mes en la Ciudad de México ordenados descendentemente</a:t>
            </a:r>
          </a:p>
          <a:p>
            <a:pPr algn="just"/>
            <a:endParaRPr lang="es-ES" sz="1200" i="1" dirty="0">
              <a:latin typeface="Helvetica Light"/>
            </a:endParaRPr>
          </a:p>
          <a:p>
            <a:r>
              <a:rPr lang="es-MX" sz="1200" dirty="0">
                <a:latin typeface="Helvetica Light"/>
              </a:rPr>
              <a:t>SELECT </a:t>
            </a:r>
            <a:r>
              <a:rPr lang="es-MX" sz="1200" dirty="0" err="1">
                <a:latin typeface="Helvetica Light"/>
              </a:rPr>
              <a:t>Tipo_de_delito</a:t>
            </a:r>
            <a:r>
              <a:rPr lang="es-MX" sz="1200" dirty="0">
                <a:latin typeface="Helvetica Light"/>
              </a:rPr>
              <a:t>, Año, Mes, AVG(</a:t>
            </a:r>
            <a:r>
              <a:rPr lang="es-MX" sz="1200" dirty="0" err="1">
                <a:latin typeface="Helvetica Light"/>
              </a:rPr>
              <a:t>num_delitos</a:t>
            </a:r>
            <a:r>
              <a:rPr lang="es-MX" sz="1200" dirty="0">
                <a:latin typeface="Helvetica Light"/>
              </a:rPr>
              <a:t>) AS </a:t>
            </a:r>
            <a:r>
              <a:rPr lang="es-MX" sz="1200" dirty="0" err="1">
                <a:latin typeface="Helvetica Light"/>
              </a:rPr>
              <a:t>PromedioDelitos</a:t>
            </a:r>
            <a:endParaRPr lang="es-MX" sz="1200" dirty="0">
              <a:latin typeface="Helvetica Light"/>
            </a:endParaRPr>
          </a:p>
          <a:p>
            <a:r>
              <a:rPr lang="es-MX" sz="1200" dirty="0">
                <a:latin typeface="Helvetica Light"/>
              </a:rPr>
              <a:t>FROM (SELECT </a:t>
            </a:r>
            <a:r>
              <a:rPr lang="es-MX" sz="1200" dirty="0" err="1">
                <a:latin typeface="Helvetica Light"/>
              </a:rPr>
              <a:t>Tipo_de_delito</a:t>
            </a:r>
            <a:r>
              <a:rPr lang="es-MX" sz="1200" dirty="0">
                <a:latin typeface="Helvetica Light"/>
              </a:rPr>
              <a:t>, Año, Mes, </a:t>
            </a:r>
            <a:r>
              <a:rPr lang="es-MX" sz="1200" dirty="0" err="1">
                <a:latin typeface="Helvetica Light"/>
              </a:rPr>
              <a:t>num_delitos</a:t>
            </a:r>
            <a:endParaRPr lang="es-MX" sz="1200" dirty="0">
              <a:latin typeface="Helvetica Light"/>
            </a:endParaRPr>
          </a:p>
          <a:p>
            <a:r>
              <a:rPr lang="es-MX" sz="1200" dirty="0">
                <a:latin typeface="Helvetica Light"/>
              </a:rPr>
              <a:t>FROM </a:t>
            </a:r>
            <a:r>
              <a:rPr lang="es-MX" sz="1200" dirty="0" err="1">
                <a:latin typeface="Helvetica Light"/>
              </a:rPr>
              <a:t>dbo.delitos</a:t>
            </a:r>
            <a:endParaRPr lang="es-MX" sz="1200" dirty="0">
              <a:latin typeface="Helvetica Light"/>
            </a:endParaRPr>
          </a:p>
          <a:p>
            <a:r>
              <a:rPr lang="es-MX" sz="1200" dirty="0">
                <a:latin typeface="Helvetica Light"/>
              </a:rPr>
              <a:t>UNPIVOT ( </a:t>
            </a:r>
            <a:r>
              <a:rPr lang="es-MX" sz="1200" dirty="0" err="1">
                <a:latin typeface="Helvetica Light"/>
              </a:rPr>
              <a:t>num_delitos</a:t>
            </a:r>
            <a:r>
              <a:rPr lang="es-MX" sz="1200" dirty="0">
                <a:latin typeface="Helvetica Light"/>
              </a:rPr>
              <a:t> FOR Mes IN ( Enero, Febrero, Marzo, Abril, Mayo, Junio, Julio, Agosto, Septiembre, Octubre, Noviembre, Diciembre)) AS </a:t>
            </a:r>
            <a:r>
              <a:rPr lang="es-MX" sz="1200" dirty="0" err="1">
                <a:latin typeface="Helvetica Light"/>
              </a:rPr>
              <a:t>unpvt</a:t>
            </a:r>
            <a:endParaRPr lang="es-MX" sz="1200" dirty="0">
              <a:latin typeface="Helvetica Light"/>
            </a:endParaRPr>
          </a:p>
          <a:p>
            <a:r>
              <a:rPr lang="es-MX" sz="1200" dirty="0">
                <a:latin typeface="Helvetica Light"/>
              </a:rPr>
              <a:t>WHERE Entidad = 'Ciudad de México') AS datos</a:t>
            </a:r>
          </a:p>
          <a:p>
            <a:r>
              <a:rPr lang="es-MX" sz="1200" dirty="0">
                <a:latin typeface="Helvetica Light"/>
              </a:rPr>
              <a:t>GROUP BY </a:t>
            </a:r>
            <a:r>
              <a:rPr lang="es-MX" sz="1200" dirty="0" err="1">
                <a:latin typeface="Helvetica Light"/>
              </a:rPr>
              <a:t>Tipo_de_delito</a:t>
            </a:r>
            <a:r>
              <a:rPr lang="es-MX" sz="1200" dirty="0">
                <a:latin typeface="Helvetica Light"/>
              </a:rPr>
              <a:t>, Año, Mes</a:t>
            </a:r>
          </a:p>
          <a:p>
            <a:r>
              <a:rPr lang="es-MX" sz="1200" dirty="0">
                <a:latin typeface="Helvetica Light"/>
              </a:rPr>
              <a:t>ORDER BY </a:t>
            </a:r>
            <a:r>
              <a:rPr lang="es-MX" sz="1200" dirty="0" err="1">
                <a:latin typeface="Helvetica Light"/>
              </a:rPr>
              <a:t>PromedioDelitos</a:t>
            </a:r>
            <a:r>
              <a:rPr lang="es-MX" sz="1200" dirty="0">
                <a:latin typeface="Helvetica Light"/>
              </a:rPr>
              <a:t> DESC;</a:t>
            </a:r>
          </a:p>
          <a:p>
            <a:br>
              <a:rPr lang="es-MX" dirty="0"/>
            </a:br>
            <a:endParaRPr lang="es-MX" dirty="0"/>
          </a:p>
          <a:p>
            <a:pPr algn="just"/>
            <a:endParaRPr lang="es-ES" sz="1200" dirty="0"/>
          </a:p>
        </p:txBody>
      </p:sp>
      <p:pic>
        <p:nvPicPr>
          <p:cNvPr id="10" name="Imagen 9">
            <a:extLst>
              <a:ext uri="{FF2B5EF4-FFF2-40B4-BE49-F238E27FC236}">
                <a16:creationId xmlns:a16="http://schemas.microsoft.com/office/drawing/2014/main" id="{3B1CAD76-B68C-E09C-5D1F-4F729A340795}"/>
              </a:ext>
            </a:extLst>
          </p:cNvPr>
          <p:cNvPicPr>
            <a:picLocks noChangeAspect="1"/>
          </p:cNvPicPr>
          <p:nvPr/>
        </p:nvPicPr>
        <p:blipFill>
          <a:blip r:embed="rId2"/>
          <a:stretch>
            <a:fillRect/>
          </a:stretch>
        </p:blipFill>
        <p:spPr>
          <a:xfrm>
            <a:off x="1210999" y="509391"/>
            <a:ext cx="4220971" cy="3249681"/>
          </a:xfrm>
          <a:prstGeom prst="rect">
            <a:avLst/>
          </a:prstGeom>
        </p:spPr>
      </p:pic>
      <p:pic>
        <p:nvPicPr>
          <p:cNvPr id="12" name="Imagen 11">
            <a:extLst>
              <a:ext uri="{FF2B5EF4-FFF2-40B4-BE49-F238E27FC236}">
                <a16:creationId xmlns:a16="http://schemas.microsoft.com/office/drawing/2014/main" id="{103255F9-657A-3B10-C2A1-4ECBB68D7BE8}"/>
              </a:ext>
            </a:extLst>
          </p:cNvPr>
          <p:cNvPicPr>
            <a:picLocks noChangeAspect="1"/>
          </p:cNvPicPr>
          <p:nvPr/>
        </p:nvPicPr>
        <p:blipFill>
          <a:blip r:embed="rId3"/>
          <a:stretch>
            <a:fillRect/>
          </a:stretch>
        </p:blipFill>
        <p:spPr>
          <a:xfrm>
            <a:off x="5682344" y="509391"/>
            <a:ext cx="5298657" cy="3249681"/>
          </a:xfrm>
          <a:prstGeom prst="rect">
            <a:avLst/>
          </a:prstGeom>
        </p:spPr>
      </p:pic>
    </p:spTree>
    <p:extLst>
      <p:ext uri="{BB962C8B-B14F-4D97-AF65-F5344CB8AC3E}">
        <p14:creationId xmlns:p14="http://schemas.microsoft.com/office/powerpoint/2010/main" val="4188093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27E82DA-E075-23E3-D25E-2BE1F08113DA}"/>
              </a:ext>
            </a:extLst>
          </p:cNvPr>
          <p:cNvSpPr>
            <a:spLocks noGrp="1"/>
          </p:cNvSpPr>
          <p:nvPr>
            <p:ph idx="1"/>
          </p:nvPr>
        </p:nvSpPr>
        <p:spPr>
          <a:xfrm>
            <a:off x="1348644" y="720954"/>
            <a:ext cx="9663776" cy="1984145"/>
          </a:xfrm>
          <a:noFill/>
          <a:ln>
            <a:noFill/>
          </a:ln>
        </p:spPr>
        <p:style>
          <a:lnRef idx="0">
            <a:scrgbClr r="0" g="0" b="0"/>
          </a:lnRef>
          <a:fillRef idx="0">
            <a:scrgbClr r="0" g="0" b="0"/>
          </a:fillRef>
          <a:effectRef idx="0">
            <a:scrgbClr r="0" g="0" b="0"/>
          </a:effectRef>
          <a:fontRef idx="minor">
            <a:schemeClr val="dk1"/>
          </a:fontRef>
        </p:style>
        <p:txBody>
          <a:bodyPr>
            <a:normAutofit lnSpcReduction="10000"/>
          </a:bodyPr>
          <a:lstStyle/>
          <a:p>
            <a:pPr marL="0" indent="0" algn="just">
              <a:buNone/>
            </a:pPr>
            <a:r>
              <a:rPr lang="es-MX" sz="1400" dirty="0">
                <a:solidFill>
                  <a:schemeClr val="tx1"/>
                </a:solidFill>
                <a:latin typeface="Helvetica Light"/>
              </a:rPr>
              <a:t>Para dar inicio se hizo la carga y transformación de un CSV extraído desde una consulta SQL obteniendo los datos que necesitaremos para la valoración del proyecto, es decir, aquellos delitos relacionados a robos.</a:t>
            </a:r>
          </a:p>
          <a:p>
            <a:pPr marL="457200" indent="-457200" algn="just">
              <a:buAutoNum type="arabicPeriod"/>
            </a:pPr>
            <a:r>
              <a:rPr lang="es-MX" sz="1400" dirty="0">
                <a:solidFill>
                  <a:schemeClr val="tx1"/>
                </a:solidFill>
                <a:latin typeface="Helvetica Light"/>
              </a:rPr>
              <a:t>Se generó la transformación a tipos de datos a </a:t>
            </a:r>
            <a:r>
              <a:rPr lang="es-MX" sz="1400" dirty="0" err="1">
                <a:solidFill>
                  <a:schemeClr val="tx1"/>
                </a:solidFill>
                <a:latin typeface="Helvetica Light"/>
              </a:rPr>
              <a:t>integers</a:t>
            </a:r>
            <a:r>
              <a:rPr lang="es-MX" sz="1400" dirty="0">
                <a:solidFill>
                  <a:schemeClr val="tx1"/>
                </a:solidFill>
                <a:latin typeface="Helvetica Light"/>
              </a:rPr>
              <a:t>, puesto que la data no debe contentar algún </a:t>
            </a:r>
            <a:r>
              <a:rPr lang="es-MX" sz="1400" dirty="0" err="1">
                <a:solidFill>
                  <a:schemeClr val="tx1"/>
                </a:solidFill>
                <a:latin typeface="Helvetica Light"/>
              </a:rPr>
              <a:t>float</a:t>
            </a:r>
            <a:r>
              <a:rPr lang="es-MX" sz="1400" dirty="0">
                <a:solidFill>
                  <a:schemeClr val="tx1"/>
                </a:solidFill>
                <a:latin typeface="Helvetica Light"/>
              </a:rPr>
              <a:t>, además se remplazaron los valores nulos con cero.</a:t>
            </a:r>
          </a:p>
          <a:p>
            <a:pPr marL="457200" indent="-457200" algn="just">
              <a:buAutoNum type="arabicPeriod"/>
            </a:pPr>
            <a:r>
              <a:rPr lang="es-MX" sz="1400" dirty="0">
                <a:solidFill>
                  <a:schemeClr val="tx1"/>
                </a:solidFill>
                <a:latin typeface="Helvetica Light"/>
              </a:rPr>
              <a:t>Se anexo una columna adicional en el </a:t>
            </a:r>
            <a:r>
              <a:rPr lang="es-MX" sz="1400" dirty="0" err="1">
                <a:solidFill>
                  <a:schemeClr val="tx1"/>
                </a:solidFill>
                <a:latin typeface="Helvetica Light"/>
              </a:rPr>
              <a:t>dataframe</a:t>
            </a:r>
            <a:r>
              <a:rPr lang="es-MX" sz="1400" dirty="0">
                <a:solidFill>
                  <a:schemeClr val="tx1"/>
                </a:solidFill>
                <a:latin typeface="Helvetica Light"/>
              </a:rPr>
              <a:t> base el cuál sumará todos los delitos por cada fila, generando una suma total por cada municipio y cada año</a:t>
            </a:r>
          </a:p>
        </p:txBody>
      </p:sp>
      <p:sp>
        <p:nvSpPr>
          <p:cNvPr id="13" name="Título 1">
            <a:extLst>
              <a:ext uri="{FF2B5EF4-FFF2-40B4-BE49-F238E27FC236}">
                <a16:creationId xmlns:a16="http://schemas.microsoft.com/office/drawing/2014/main" id="{0B8DB934-E073-690F-7625-899292540090}"/>
              </a:ext>
            </a:extLst>
          </p:cNvPr>
          <p:cNvSpPr>
            <a:spLocks noGrp="1"/>
          </p:cNvSpPr>
          <p:nvPr>
            <p:ph type="title"/>
          </p:nvPr>
        </p:nvSpPr>
        <p:spPr>
          <a:xfrm>
            <a:off x="1066800" y="74623"/>
            <a:ext cx="7038975" cy="646331"/>
          </a:xfrm>
        </p:spPr>
        <p:txBody>
          <a:bodyPr>
            <a:noAutofit/>
          </a:bodyPr>
          <a:lstStyle/>
          <a:p>
            <a:r>
              <a:rPr lang="es-MX" sz="3200" dirty="0">
                <a:effectLst>
                  <a:outerShdw blurRad="38100" dist="38100" dir="2700000" algn="tl">
                    <a:srgbClr val="000000">
                      <a:alpha val="43137"/>
                    </a:srgbClr>
                  </a:outerShdw>
                </a:effectLst>
                <a:latin typeface="Corbel" panose="020B0503020204020204" pitchFamily="34" charset="0"/>
              </a:rPr>
              <a:t>Limpieza y transformación de los datos</a:t>
            </a:r>
          </a:p>
        </p:txBody>
      </p:sp>
      <p:pic>
        <p:nvPicPr>
          <p:cNvPr id="10" name="Marcador de contenido 3">
            <a:extLst>
              <a:ext uri="{FF2B5EF4-FFF2-40B4-BE49-F238E27FC236}">
                <a16:creationId xmlns:a16="http://schemas.microsoft.com/office/drawing/2014/main" id="{7DBA3364-9B18-1271-6D8B-903FA0F51581}"/>
              </a:ext>
            </a:extLst>
          </p:cNvPr>
          <p:cNvPicPr>
            <a:picLocks noChangeAspect="1"/>
          </p:cNvPicPr>
          <p:nvPr/>
        </p:nvPicPr>
        <p:blipFill>
          <a:blip r:embed="rId2"/>
          <a:stretch>
            <a:fillRect/>
          </a:stretch>
        </p:blipFill>
        <p:spPr>
          <a:xfrm>
            <a:off x="1179580" y="4833590"/>
            <a:ext cx="7344800" cy="1550808"/>
          </a:xfrm>
          <a:prstGeom prst="rect">
            <a:avLst/>
          </a:prstGeom>
        </p:spPr>
      </p:pic>
      <p:pic>
        <p:nvPicPr>
          <p:cNvPr id="14" name="Imagen 13">
            <a:extLst>
              <a:ext uri="{FF2B5EF4-FFF2-40B4-BE49-F238E27FC236}">
                <a16:creationId xmlns:a16="http://schemas.microsoft.com/office/drawing/2014/main" id="{A102C25F-1CAF-FB7E-E5E6-3C1F39822A7E}"/>
              </a:ext>
            </a:extLst>
          </p:cNvPr>
          <p:cNvPicPr>
            <a:picLocks noChangeAspect="1"/>
          </p:cNvPicPr>
          <p:nvPr/>
        </p:nvPicPr>
        <p:blipFill>
          <a:blip r:embed="rId3"/>
          <a:stretch>
            <a:fillRect/>
          </a:stretch>
        </p:blipFill>
        <p:spPr>
          <a:xfrm>
            <a:off x="1198633" y="2849444"/>
            <a:ext cx="7325747" cy="1800909"/>
          </a:xfrm>
          <a:prstGeom prst="rect">
            <a:avLst/>
          </a:prstGeom>
        </p:spPr>
      </p:pic>
      <p:pic>
        <p:nvPicPr>
          <p:cNvPr id="17" name="Imagen 16">
            <a:extLst>
              <a:ext uri="{FF2B5EF4-FFF2-40B4-BE49-F238E27FC236}">
                <a16:creationId xmlns:a16="http://schemas.microsoft.com/office/drawing/2014/main" id="{8506D8CB-C6F1-4BC8-69B9-A44B65D7081D}"/>
              </a:ext>
            </a:extLst>
          </p:cNvPr>
          <p:cNvPicPr>
            <a:picLocks noChangeAspect="1"/>
          </p:cNvPicPr>
          <p:nvPr/>
        </p:nvPicPr>
        <p:blipFill>
          <a:blip r:embed="rId4"/>
          <a:stretch>
            <a:fillRect/>
          </a:stretch>
        </p:blipFill>
        <p:spPr>
          <a:xfrm>
            <a:off x="8689764" y="2849444"/>
            <a:ext cx="2322656" cy="3530954"/>
          </a:xfrm>
          <a:prstGeom prst="rect">
            <a:avLst/>
          </a:prstGeom>
        </p:spPr>
      </p:pic>
    </p:spTree>
    <p:extLst>
      <p:ext uri="{BB962C8B-B14F-4D97-AF65-F5344CB8AC3E}">
        <p14:creationId xmlns:p14="http://schemas.microsoft.com/office/powerpoint/2010/main" val="3981519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9BB9F7D-FD30-3E74-FF49-1F51B757D4C6}"/>
              </a:ext>
            </a:extLst>
          </p:cNvPr>
          <p:cNvSpPr>
            <a:spLocks noGrp="1"/>
          </p:cNvSpPr>
          <p:nvPr>
            <p:ph idx="1"/>
          </p:nvPr>
        </p:nvSpPr>
        <p:spPr>
          <a:xfrm>
            <a:off x="1206966" y="358829"/>
            <a:ext cx="9778064" cy="1133633"/>
          </a:xfrm>
        </p:spPr>
        <p:txBody>
          <a:bodyPr>
            <a:noAutofit/>
          </a:bodyPr>
          <a:lstStyle/>
          <a:p>
            <a:pPr marL="0" indent="0" algn="just">
              <a:buNone/>
            </a:pPr>
            <a:r>
              <a:rPr lang="es-MX" sz="1800" dirty="0">
                <a:latin typeface="Helvetica Light"/>
              </a:rPr>
              <a:t>Se aplicación una eliminación de todas las filas cuya suma total sea cero, con fin de eliminar valores nulos que brinden información sesgada, debido a que carece de sentido tomar en consideración para nuestro objetivo valorar municipios en los que no se tengan delitos de robos de automóviles registrados.</a:t>
            </a:r>
          </a:p>
        </p:txBody>
      </p:sp>
      <p:pic>
        <p:nvPicPr>
          <p:cNvPr id="5" name="Imagen 4">
            <a:extLst>
              <a:ext uri="{FF2B5EF4-FFF2-40B4-BE49-F238E27FC236}">
                <a16:creationId xmlns:a16="http://schemas.microsoft.com/office/drawing/2014/main" id="{885EC11E-05E6-2093-1B48-7F5FCB7E6FB7}"/>
              </a:ext>
            </a:extLst>
          </p:cNvPr>
          <p:cNvPicPr>
            <a:picLocks noChangeAspect="1"/>
          </p:cNvPicPr>
          <p:nvPr/>
        </p:nvPicPr>
        <p:blipFill>
          <a:blip r:embed="rId2"/>
          <a:stretch>
            <a:fillRect/>
          </a:stretch>
        </p:blipFill>
        <p:spPr>
          <a:xfrm>
            <a:off x="3447678" y="1785708"/>
            <a:ext cx="5296639" cy="1133633"/>
          </a:xfrm>
          <a:prstGeom prst="rect">
            <a:avLst/>
          </a:prstGeom>
        </p:spPr>
      </p:pic>
      <p:pic>
        <p:nvPicPr>
          <p:cNvPr id="7" name="Imagen 6">
            <a:extLst>
              <a:ext uri="{FF2B5EF4-FFF2-40B4-BE49-F238E27FC236}">
                <a16:creationId xmlns:a16="http://schemas.microsoft.com/office/drawing/2014/main" id="{FFC1BF5D-A304-AF66-B2D6-DC53BB509F82}"/>
              </a:ext>
            </a:extLst>
          </p:cNvPr>
          <p:cNvPicPr>
            <a:picLocks noChangeAspect="1"/>
          </p:cNvPicPr>
          <p:nvPr/>
        </p:nvPicPr>
        <p:blipFill>
          <a:blip r:embed="rId3"/>
          <a:stretch>
            <a:fillRect/>
          </a:stretch>
        </p:blipFill>
        <p:spPr>
          <a:xfrm>
            <a:off x="1316505" y="4346221"/>
            <a:ext cx="9558989" cy="2152950"/>
          </a:xfrm>
          <a:prstGeom prst="rect">
            <a:avLst/>
          </a:prstGeom>
        </p:spPr>
      </p:pic>
      <p:sp>
        <p:nvSpPr>
          <p:cNvPr id="9" name="CuadroTexto 8">
            <a:extLst>
              <a:ext uri="{FF2B5EF4-FFF2-40B4-BE49-F238E27FC236}">
                <a16:creationId xmlns:a16="http://schemas.microsoft.com/office/drawing/2014/main" id="{ABB09AD7-75ED-8B7F-910D-75EBCD38F117}"/>
              </a:ext>
            </a:extLst>
          </p:cNvPr>
          <p:cNvSpPr txBox="1"/>
          <p:nvPr/>
        </p:nvSpPr>
        <p:spPr>
          <a:xfrm>
            <a:off x="1461441" y="3239442"/>
            <a:ext cx="9269118" cy="923330"/>
          </a:xfrm>
          <a:prstGeom prst="rect">
            <a:avLst/>
          </a:prstGeom>
          <a:noFill/>
        </p:spPr>
        <p:txBody>
          <a:bodyPr wrap="square" rtlCol="0">
            <a:spAutoFit/>
          </a:bodyPr>
          <a:lstStyle/>
          <a:p>
            <a:pPr algn="just"/>
            <a:r>
              <a:rPr lang="es-MX" dirty="0">
                <a:latin typeface="Helvetica Light"/>
              </a:rPr>
              <a:t>Se procede a realizar el filtro final para extraer únicamente los robos relacionados a vehículos para su posterior análisis y aplicación de modelos de predicción en Machine </a:t>
            </a:r>
            <a:r>
              <a:rPr lang="es-MX" dirty="0" err="1">
                <a:latin typeface="Helvetica Light"/>
              </a:rPr>
              <a:t>Learning</a:t>
            </a:r>
            <a:endParaRPr lang="es-MX" dirty="0">
              <a:latin typeface="Helvetica Light"/>
            </a:endParaRPr>
          </a:p>
        </p:txBody>
      </p:sp>
    </p:spTree>
    <p:extLst>
      <p:ext uri="{BB962C8B-B14F-4D97-AF65-F5344CB8AC3E}">
        <p14:creationId xmlns:p14="http://schemas.microsoft.com/office/powerpoint/2010/main" val="2384157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21FEDF-7E56-63F0-3F16-D4EE98D0BC1F}"/>
              </a:ext>
            </a:extLst>
          </p:cNvPr>
          <p:cNvSpPr>
            <a:spLocks noGrp="1"/>
          </p:cNvSpPr>
          <p:nvPr>
            <p:ph type="title"/>
          </p:nvPr>
        </p:nvSpPr>
        <p:spPr>
          <a:xfrm>
            <a:off x="1988996" y="808056"/>
            <a:ext cx="8214007" cy="734994"/>
          </a:xfrm>
        </p:spPr>
        <p:txBody>
          <a:bodyPr/>
          <a:lstStyle/>
          <a:p>
            <a:r>
              <a:rPr lang="es-MX" dirty="0">
                <a:effectLst>
                  <a:outerShdw blurRad="38100" dist="38100" dir="2700000" algn="tl">
                    <a:srgbClr val="000000">
                      <a:alpha val="43137"/>
                    </a:srgbClr>
                  </a:outerShdw>
                </a:effectLst>
                <a:latin typeface="Corbel" panose="020B0503020204020204" pitchFamily="34" charset="0"/>
              </a:rPr>
              <a:t>Visualizaciones gráficas en </a:t>
            </a:r>
            <a:r>
              <a:rPr lang="es-MX" dirty="0" err="1">
                <a:effectLst>
                  <a:outerShdw blurRad="38100" dist="38100" dir="2700000" algn="tl">
                    <a:srgbClr val="000000">
                      <a:alpha val="43137"/>
                    </a:srgbClr>
                  </a:outerShdw>
                </a:effectLst>
                <a:latin typeface="Corbel" panose="020B0503020204020204" pitchFamily="34" charset="0"/>
              </a:rPr>
              <a:t>Looker</a:t>
            </a:r>
            <a:r>
              <a:rPr lang="es-MX" dirty="0">
                <a:effectLst>
                  <a:outerShdw blurRad="38100" dist="38100" dir="2700000" algn="tl">
                    <a:srgbClr val="000000">
                      <a:alpha val="43137"/>
                    </a:srgbClr>
                  </a:outerShdw>
                </a:effectLst>
                <a:latin typeface="Corbel" panose="020B0503020204020204" pitchFamily="34" charset="0"/>
              </a:rPr>
              <a:t> Studio</a:t>
            </a:r>
          </a:p>
        </p:txBody>
      </p:sp>
      <p:sp>
        <p:nvSpPr>
          <p:cNvPr id="3" name="Marcador de contenido 2">
            <a:extLst>
              <a:ext uri="{FF2B5EF4-FFF2-40B4-BE49-F238E27FC236}">
                <a16:creationId xmlns:a16="http://schemas.microsoft.com/office/drawing/2014/main" id="{C2D41BB2-C296-3B4D-93FA-5AA9DA454568}"/>
              </a:ext>
            </a:extLst>
          </p:cNvPr>
          <p:cNvSpPr>
            <a:spLocks noGrp="1"/>
          </p:cNvSpPr>
          <p:nvPr>
            <p:ph idx="1"/>
          </p:nvPr>
        </p:nvSpPr>
        <p:spPr>
          <a:xfrm>
            <a:off x="1401087" y="1543049"/>
            <a:ext cx="9389826" cy="4810125"/>
          </a:xfrm>
        </p:spPr>
        <p:txBody>
          <a:bodyPr>
            <a:normAutofit lnSpcReduction="10000"/>
          </a:bodyPr>
          <a:lstStyle/>
          <a:p>
            <a:pPr marL="0" indent="0" algn="just">
              <a:buNone/>
            </a:pPr>
            <a:r>
              <a:rPr lang="es-MX" dirty="0">
                <a:latin typeface="Helvetica Light" panose="020B0403020202020204"/>
              </a:rPr>
              <a:t>A continuación, haremos uso de una herramienta indispensable en la vida de un analista de datos, como lo es </a:t>
            </a:r>
            <a:r>
              <a:rPr lang="es-MX" dirty="0" err="1">
                <a:latin typeface="Helvetica Light" panose="020B0403020202020204"/>
              </a:rPr>
              <a:t>Looker</a:t>
            </a:r>
            <a:r>
              <a:rPr lang="es-MX" dirty="0">
                <a:latin typeface="Helvetica Light" panose="020B0403020202020204"/>
              </a:rPr>
              <a:t> Estudio (también conocido como Google Data Studio). A través de la data que ya hemos adquirido previamente, podremos valorar la </a:t>
            </a:r>
            <a:r>
              <a:rPr lang="es-MX" dirty="0" err="1">
                <a:latin typeface="Helvetica Light" panose="020B0403020202020204"/>
              </a:rPr>
              <a:t>graficación</a:t>
            </a:r>
            <a:r>
              <a:rPr lang="es-MX" dirty="0">
                <a:latin typeface="Helvetica Light" panose="020B0403020202020204"/>
              </a:rPr>
              <a:t> de esta, la cual nos ayudará a comprender y valorar con más facilidad los datos que estamos tomando en consideración para el proyecto.</a:t>
            </a:r>
          </a:p>
          <a:p>
            <a:pPr marL="0" indent="0" algn="just">
              <a:buNone/>
            </a:pPr>
            <a:r>
              <a:rPr lang="es-ES" dirty="0">
                <a:latin typeface="Helvetica Light" panose="020B0403020202020204"/>
              </a:rPr>
              <a:t>Gracias a la capacidad para conectar múltiples fuentes de datos y crear </a:t>
            </a:r>
            <a:r>
              <a:rPr lang="es-ES" dirty="0" err="1">
                <a:latin typeface="Helvetica Light" panose="020B0403020202020204"/>
              </a:rPr>
              <a:t>dashboards</a:t>
            </a:r>
            <a:r>
              <a:rPr lang="es-ES" dirty="0">
                <a:latin typeface="Helvetica Light" panose="020B0403020202020204"/>
              </a:rPr>
              <a:t> interactivos, </a:t>
            </a:r>
            <a:r>
              <a:rPr lang="es-ES" dirty="0" err="1">
                <a:latin typeface="Helvetica Light" panose="020B0403020202020204"/>
              </a:rPr>
              <a:t>Looker</a:t>
            </a:r>
            <a:r>
              <a:rPr lang="es-ES" dirty="0">
                <a:latin typeface="Helvetica Light" panose="020B0403020202020204"/>
              </a:rPr>
              <a:t> Studio ayuda a identificar tendencias, patrones y áreas de oportunidad de manera más eficiente. Para el analista, esta herramienta agiliza el proceso de análisis, mejora la toma de decisiones y permite compartir hallazgos con equipos y clientes de forma visual y comprensible.</a:t>
            </a:r>
          </a:p>
          <a:p>
            <a:pPr marL="0" indent="0" algn="just">
              <a:buNone/>
            </a:pPr>
            <a:r>
              <a:rPr lang="es-MX" dirty="0">
                <a:latin typeface="Helvetica Light" panose="020B0403020202020204"/>
                <a:hlinkClick r:id="rId2"/>
              </a:rPr>
              <a:t>https://lookerstudio.google.com/reporting/3687c1ee-dac1-4318-bcd5-5196db583645</a:t>
            </a:r>
            <a:endParaRPr lang="es-MX" dirty="0">
              <a:latin typeface="Helvetica Light" panose="020B0403020202020204"/>
            </a:endParaRPr>
          </a:p>
        </p:txBody>
      </p:sp>
    </p:spTree>
    <p:extLst>
      <p:ext uri="{BB962C8B-B14F-4D97-AF65-F5344CB8AC3E}">
        <p14:creationId xmlns:p14="http://schemas.microsoft.com/office/powerpoint/2010/main" val="3382523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410C8C4-1595-884D-239F-F7D82EBE496D}"/>
              </a:ext>
            </a:extLst>
          </p:cNvPr>
          <p:cNvPicPr>
            <a:picLocks noChangeAspect="1"/>
          </p:cNvPicPr>
          <p:nvPr/>
        </p:nvPicPr>
        <p:blipFill>
          <a:blip r:embed="rId2"/>
          <a:stretch>
            <a:fillRect/>
          </a:stretch>
        </p:blipFill>
        <p:spPr>
          <a:xfrm>
            <a:off x="1323620" y="289616"/>
            <a:ext cx="5087060" cy="5940088"/>
          </a:xfrm>
          <a:prstGeom prst="rect">
            <a:avLst/>
          </a:prstGeom>
        </p:spPr>
      </p:pic>
      <p:sp>
        <p:nvSpPr>
          <p:cNvPr id="11" name="CuadroTexto 10">
            <a:extLst>
              <a:ext uri="{FF2B5EF4-FFF2-40B4-BE49-F238E27FC236}">
                <a16:creationId xmlns:a16="http://schemas.microsoft.com/office/drawing/2014/main" id="{73A3E3C0-7440-B439-C567-13058E90E054}"/>
              </a:ext>
            </a:extLst>
          </p:cNvPr>
          <p:cNvSpPr txBox="1"/>
          <p:nvPr/>
        </p:nvSpPr>
        <p:spPr>
          <a:xfrm>
            <a:off x="6696074" y="992010"/>
            <a:ext cx="4257675" cy="4478149"/>
          </a:xfrm>
          <a:prstGeom prst="rect">
            <a:avLst/>
          </a:prstGeom>
          <a:noFill/>
        </p:spPr>
        <p:txBody>
          <a:bodyPr wrap="square" rtlCol="0">
            <a:spAutoFit/>
          </a:bodyPr>
          <a:lstStyle/>
          <a:p>
            <a:pPr algn="just"/>
            <a:r>
              <a:rPr lang="es-MX" sz="1900" dirty="0">
                <a:latin typeface="Helvetica Light" panose="020B0403020202020204"/>
              </a:rPr>
              <a:t>Este gráfico representa los robos vehiculares por estado, según el tipo de clasificación en el que entran. Las clasificaciones son:</a:t>
            </a:r>
          </a:p>
          <a:p>
            <a:pPr algn="just"/>
            <a:endParaRPr lang="es-MX" sz="1900" dirty="0">
              <a:latin typeface="Helvetica Light" panose="020B0403020202020204"/>
            </a:endParaRPr>
          </a:p>
          <a:p>
            <a:pPr marL="457200" indent="-457200" algn="just">
              <a:buAutoNum type="arabicPeriod"/>
            </a:pPr>
            <a:r>
              <a:rPr lang="es-MX" sz="1900" dirty="0">
                <a:latin typeface="Helvetica Light" panose="020B0403020202020204"/>
              </a:rPr>
              <a:t>Robo de coche de 4 ruedas Con violencia</a:t>
            </a:r>
          </a:p>
          <a:p>
            <a:pPr marL="457200" indent="-457200" algn="just">
              <a:buAutoNum type="arabicPeriod"/>
            </a:pPr>
            <a:r>
              <a:rPr lang="es-ES" sz="1900" dirty="0">
                <a:latin typeface="Helvetica Light" panose="020B0403020202020204"/>
              </a:rPr>
              <a:t>Robo de coche de 4 ruedas Sin violencia</a:t>
            </a:r>
          </a:p>
          <a:p>
            <a:pPr marL="457200" indent="-457200" algn="just">
              <a:buAutoNum type="arabicPeriod"/>
            </a:pPr>
            <a:r>
              <a:rPr lang="es-ES" sz="1900" dirty="0">
                <a:latin typeface="Helvetica Light" panose="020B0403020202020204"/>
              </a:rPr>
              <a:t>Robo de embarcaciones pequeñas y grandes Con violencia</a:t>
            </a:r>
          </a:p>
          <a:p>
            <a:pPr marL="457200" indent="-457200" algn="just">
              <a:buAutoNum type="arabicPeriod"/>
            </a:pPr>
            <a:r>
              <a:rPr lang="es-ES" sz="1900" dirty="0">
                <a:latin typeface="Helvetica Light" panose="020B0403020202020204"/>
              </a:rPr>
              <a:t>Robo de embarcaciones pequeñas y grandes Sin violencia</a:t>
            </a:r>
          </a:p>
          <a:p>
            <a:pPr marL="457200" indent="-457200" algn="just">
              <a:buAutoNum type="arabicPeriod"/>
            </a:pPr>
            <a:r>
              <a:rPr lang="es-ES" sz="1900" dirty="0">
                <a:latin typeface="Helvetica Light" panose="020B0403020202020204"/>
              </a:rPr>
              <a:t>Robo de motocicleta Con violencia</a:t>
            </a:r>
          </a:p>
          <a:p>
            <a:pPr marL="457200" indent="-457200" algn="just">
              <a:buAutoNum type="arabicPeriod"/>
            </a:pPr>
            <a:r>
              <a:rPr lang="es-ES" sz="1900" dirty="0">
                <a:latin typeface="Helvetica Light" panose="020B0403020202020204"/>
              </a:rPr>
              <a:t>Robo de motocicleta Sin violencia</a:t>
            </a:r>
            <a:endParaRPr lang="es-MX" sz="1900" dirty="0">
              <a:latin typeface="Helvetica Light" panose="020B0403020202020204"/>
            </a:endParaRPr>
          </a:p>
        </p:txBody>
      </p:sp>
    </p:spTree>
    <p:extLst>
      <p:ext uri="{BB962C8B-B14F-4D97-AF65-F5344CB8AC3E}">
        <p14:creationId xmlns:p14="http://schemas.microsoft.com/office/powerpoint/2010/main" val="2933294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 calcmode="lin" valueType="num">
                                      <p:cBhvr additive="base">
                                        <p:cTn id="7"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anim calcmode="lin" valueType="num">
                                      <p:cBhvr additive="base">
                                        <p:cTn id="13"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anim calcmode="lin" valueType="num">
                                      <p:cBhvr additive="base">
                                        <p:cTn id="19"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xEl>
                                              <p:pRg st="5" end="5"/>
                                            </p:txEl>
                                          </p:spTgt>
                                        </p:tgtEl>
                                        <p:attrNameLst>
                                          <p:attrName>style.visibility</p:attrName>
                                        </p:attrNameLst>
                                      </p:cBhvr>
                                      <p:to>
                                        <p:strVal val="visible"/>
                                      </p:to>
                                    </p:set>
                                    <p:anim calcmode="lin" valueType="num">
                                      <p:cBhvr additive="base">
                                        <p:cTn id="25" dur="500" fill="hold"/>
                                        <p:tgtEl>
                                          <p:spTgt spid="1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
                                            <p:txEl>
                                              <p:pRg st="6" end="6"/>
                                            </p:txEl>
                                          </p:spTgt>
                                        </p:tgtEl>
                                        <p:attrNameLst>
                                          <p:attrName>style.visibility</p:attrName>
                                        </p:attrNameLst>
                                      </p:cBhvr>
                                      <p:to>
                                        <p:strVal val="visible"/>
                                      </p:to>
                                    </p:set>
                                    <p:anim calcmode="lin" valueType="num">
                                      <p:cBhvr additive="base">
                                        <p:cTn id="31" dur="500" fill="hold"/>
                                        <p:tgtEl>
                                          <p:spTgt spid="11">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
                                            <p:txEl>
                                              <p:pRg st="7" end="7"/>
                                            </p:txEl>
                                          </p:spTgt>
                                        </p:tgtEl>
                                        <p:attrNameLst>
                                          <p:attrName>style.visibility</p:attrName>
                                        </p:attrNameLst>
                                      </p:cBhvr>
                                      <p:to>
                                        <p:strVal val="visible"/>
                                      </p:to>
                                    </p:set>
                                    <p:anim calcmode="lin" valueType="num">
                                      <p:cBhvr additive="base">
                                        <p:cTn id="37" dur="500" fill="hold"/>
                                        <p:tgtEl>
                                          <p:spTgt spid="1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A362A46E-0D80-C510-A2C9-CFF33DA553A2}"/>
              </a:ext>
            </a:extLst>
          </p:cNvPr>
          <p:cNvPicPr>
            <a:picLocks noGrp="1" noChangeAspect="1"/>
          </p:cNvPicPr>
          <p:nvPr>
            <p:ph idx="1"/>
          </p:nvPr>
        </p:nvPicPr>
        <p:blipFill>
          <a:blip r:embed="rId2"/>
          <a:stretch>
            <a:fillRect/>
          </a:stretch>
        </p:blipFill>
        <p:spPr>
          <a:xfrm>
            <a:off x="1347770" y="357169"/>
            <a:ext cx="4824430" cy="5938856"/>
          </a:xfrm>
          <a:prstGeom prst="rect">
            <a:avLst/>
          </a:prstGeom>
        </p:spPr>
      </p:pic>
      <p:sp>
        <p:nvSpPr>
          <p:cNvPr id="6" name="CuadroTexto 5">
            <a:extLst>
              <a:ext uri="{FF2B5EF4-FFF2-40B4-BE49-F238E27FC236}">
                <a16:creationId xmlns:a16="http://schemas.microsoft.com/office/drawing/2014/main" id="{08D6C6B9-4361-CEBA-7C62-9EBA5160F4C9}"/>
              </a:ext>
            </a:extLst>
          </p:cNvPr>
          <p:cNvSpPr txBox="1"/>
          <p:nvPr/>
        </p:nvSpPr>
        <p:spPr>
          <a:xfrm>
            <a:off x="6353175" y="533524"/>
            <a:ext cx="4748229" cy="5586145"/>
          </a:xfrm>
          <a:prstGeom prst="rect">
            <a:avLst/>
          </a:prstGeom>
          <a:noFill/>
        </p:spPr>
        <p:txBody>
          <a:bodyPr wrap="square" rtlCol="0">
            <a:spAutoFit/>
          </a:bodyPr>
          <a:lstStyle/>
          <a:p>
            <a:pPr algn="just"/>
            <a:r>
              <a:rPr lang="es-MX" sz="1700" dirty="0">
                <a:latin typeface="Helvetica Light" panose="020B0403020202020204"/>
              </a:rPr>
              <a:t>Acompañado con el gráfico anterior, podemos confirmar la predominancia que tienen los delitos de asalto a vehículos, seccionados casi equitativamente entre el uso de violencia y los pacíficos.</a:t>
            </a:r>
          </a:p>
          <a:p>
            <a:pPr algn="just"/>
            <a:r>
              <a:rPr lang="es-MX" sz="1700" dirty="0">
                <a:latin typeface="Helvetica Light" panose="020B0403020202020204"/>
              </a:rPr>
              <a:t>Esto nos permite entender el sector de interés para la delincuencia, el cual está centrado principalmente en vehículos de cuatro ruedas, seguido por motocicletas.</a:t>
            </a:r>
          </a:p>
          <a:p>
            <a:pPr algn="just"/>
            <a:endParaRPr lang="es-MX" sz="1700" dirty="0">
              <a:latin typeface="Helvetica Light" panose="020B0403020202020204"/>
            </a:endParaRPr>
          </a:p>
          <a:p>
            <a:pPr algn="just"/>
            <a:r>
              <a:rPr lang="es-MX" sz="1700" dirty="0">
                <a:latin typeface="Helvetica Light" panose="020B0403020202020204"/>
              </a:rPr>
              <a:t>Gracias a estas gráficas podemos generar una noción de hacia donde estará orientada la promoción de seguros para vehículos motorizados.</a:t>
            </a:r>
          </a:p>
          <a:p>
            <a:pPr algn="just"/>
            <a:endParaRPr lang="es-MX" sz="1700" dirty="0">
              <a:latin typeface="Helvetica Light" panose="020B0403020202020204"/>
            </a:endParaRPr>
          </a:p>
          <a:p>
            <a:pPr algn="just"/>
            <a:r>
              <a:rPr lang="es-MX" sz="1700" dirty="0">
                <a:latin typeface="Helvetica Light" panose="020B0403020202020204"/>
              </a:rPr>
              <a:t>A su vez, aunque con números mínimos, no podemos dejar de tomar en consideración el número de robos a embarcaciones, que si bien, no es parte del sector de investigación para este proyecto, si puede ser un factor de área de oportunidad para la empresa a tomar en cuenta.</a:t>
            </a:r>
          </a:p>
        </p:txBody>
      </p:sp>
    </p:spTree>
    <p:extLst>
      <p:ext uri="{BB962C8B-B14F-4D97-AF65-F5344CB8AC3E}">
        <p14:creationId xmlns:p14="http://schemas.microsoft.com/office/powerpoint/2010/main" val="2446254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nodeType="clickEffect">
                                  <p:stCondLst>
                                    <p:cond delay="0"/>
                                  </p:stCondLst>
                                  <p:childTnLst>
                                    <p:animEffect transition="out" filter="fade">
                                      <p:cBhvr>
                                        <p:cTn id="13" dur="500" tmFilter="0, 0; .2, .5; .8, .5; 1, 0"/>
                                        <p:tgtEl>
                                          <p:spTgt spid="6">
                                            <p:txEl>
                                              <p:pRg st="5" end="5"/>
                                            </p:txEl>
                                          </p:spTgt>
                                        </p:tgtEl>
                                      </p:cBhvr>
                                    </p:animEffect>
                                    <p:animScale>
                                      <p:cBhvr>
                                        <p:cTn id="14" dur="250" autoRev="1" fill="hold"/>
                                        <p:tgtEl>
                                          <p:spTgt spid="6">
                                            <p:txEl>
                                              <p:pRg st="5" end="5"/>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1690EEAD-314F-33DB-178C-1329AD6945A2}"/>
              </a:ext>
            </a:extLst>
          </p:cNvPr>
          <p:cNvPicPr>
            <a:picLocks noChangeAspect="1"/>
          </p:cNvPicPr>
          <p:nvPr/>
        </p:nvPicPr>
        <p:blipFill>
          <a:blip r:embed="rId2"/>
          <a:stretch>
            <a:fillRect/>
          </a:stretch>
        </p:blipFill>
        <p:spPr>
          <a:xfrm>
            <a:off x="1428750" y="2438400"/>
            <a:ext cx="9587658" cy="3721614"/>
          </a:xfrm>
          <a:prstGeom prst="rect">
            <a:avLst/>
          </a:prstGeom>
        </p:spPr>
      </p:pic>
      <p:sp>
        <p:nvSpPr>
          <p:cNvPr id="8" name="CuadroTexto 7">
            <a:extLst>
              <a:ext uri="{FF2B5EF4-FFF2-40B4-BE49-F238E27FC236}">
                <a16:creationId xmlns:a16="http://schemas.microsoft.com/office/drawing/2014/main" id="{54A52F2B-4024-0088-7F5F-F961321D6E7A}"/>
              </a:ext>
            </a:extLst>
          </p:cNvPr>
          <p:cNvSpPr txBox="1"/>
          <p:nvPr/>
        </p:nvSpPr>
        <p:spPr>
          <a:xfrm>
            <a:off x="1428750" y="1096741"/>
            <a:ext cx="9086850" cy="1015663"/>
          </a:xfrm>
          <a:prstGeom prst="rect">
            <a:avLst/>
          </a:prstGeom>
          <a:noFill/>
        </p:spPr>
        <p:txBody>
          <a:bodyPr wrap="square" rtlCol="0">
            <a:spAutoFit/>
          </a:bodyPr>
          <a:lstStyle/>
          <a:p>
            <a:pPr algn="just"/>
            <a:r>
              <a:rPr lang="es-MX" sz="2000" dirty="0">
                <a:latin typeface="Helvetica Light" panose="020B0403020202020204"/>
              </a:rPr>
              <a:t>Para finalizar con el tema de visualizaciones en </a:t>
            </a:r>
            <a:r>
              <a:rPr lang="es-MX" sz="2000" dirty="0" err="1">
                <a:latin typeface="Helvetica Light" panose="020B0403020202020204"/>
              </a:rPr>
              <a:t>Looker</a:t>
            </a:r>
            <a:r>
              <a:rPr lang="es-MX" sz="2000" dirty="0">
                <a:latin typeface="Helvetica Light" panose="020B0403020202020204"/>
              </a:rPr>
              <a:t> Studio, se anexa el gráfico correspondiente a los municipios con mayor cantidad de delincuencia en México relacionado a robo de automóviles:</a:t>
            </a:r>
          </a:p>
        </p:txBody>
      </p:sp>
    </p:spTree>
    <p:extLst>
      <p:ext uri="{BB962C8B-B14F-4D97-AF65-F5344CB8AC3E}">
        <p14:creationId xmlns:p14="http://schemas.microsoft.com/office/powerpoint/2010/main" val="3424076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206A96-C977-D79A-6A2D-17C9C0474796}"/>
              </a:ext>
            </a:extLst>
          </p:cNvPr>
          <p:cNvSpPr>
            <a:spLocks noGrp="1"/>
          </p:cNvSpPr>
          <p:nvPr>
            <p:ph type="title"/>
          </p:nvPr>
        </p:nvSpPr>
        <p:spPr>
          <a:xfrm>
            <a:off x="1485159" y="545647"/>
            <a:ext cx="5124450" cy="549728"/>
          </a:xfrm>
        </p:spPr>
        <p:style>
          <a:lnRef idx="0">
            <a:schemeClr val="accent2"/>
          </a:lnRef>
          <a:fillRef idx="3">
            <a:schemeClr val="accent2"/>
          </a:fillRef>
          <a:effectRef idx="3">
            <a:schemeClr val="accent2"/>
          </a:effectRef>
          <a:fontRef idx="minor">
            <a:schemeClr val="lt1"/>
          </a:fontRef>
        </p:style>
        <p:txBody>
          <a:bodyPr>
            <a:normAutofit/>
          </a:bodyPr>
          <a:lstStyle/>
          <a:p>
            <a:pPr algn="ctr"/>
            <a:r>
              <a:rPr lang="es-MX" sz="3200" dirty="0">
                <a:effectLst>
                  <a:outerShdw blurRad="38100" dist="38100" dir="2700000" algn="tl">
                    <a:srgbClr val="000000">
                      <a:alpha val="43137"/>
                    </a:srgbClr>
                  </a:outerShdw>
                </a:effectLst>
                <a:latin typeface="Helvetica Light"/>
              </a:rPr>
              <a:t>Análisis de series de tiempo</a:t>
            </a:r>
          </a:p>
        </p:txBody>
      </p:sp>
      <p:sp>
        <p:nvSpPr>
          <p:cNvPr id="3" name="Marcador de contenido 2">
            <a:extLst>
              <a:ext uri="{FF2B5EF4-FFF2-40B4-BE49-F238E27FC236}">
                <a16:creationId xmlns:a16="http://schemas.microsoft.com/office/drawing/2014/main" id="{0B4C8DFA-464B-6D39-05B1-BC57237F0BDB}"/>
              </a:ext>
            </a:extLst>
          </p:cNvPr>
          <p:cNvSpPr>
            <a:spLocks noGrp="1"/>
          </p:cNvSpPr>
          <p:nvPr>
            <p:ph idx="1"/>
          </p:nvPr>
        </p:nvSpPr>
        <p:spPr>
          <a:xfrm>
            <a:off x="1418484" y="1272266"/>
            <a:ext cx="9497166" cy="4642759"/>
          </a:xfrm>
        </p:spPr>
        <p:txBody>
          <a:bodyPr>
            <a:normAutofit fontScale="85000" lnSpcReduction="10000"/>
          </a:bodyPr>
          <a:lstStyle/>
          <a:p>
            <a:pPr marL="0" indent="0" algn="just">
              <a:buNone/>
            </a:pPr>
            <a:r>
              <a:rPr lang="es-MX" sz="2400" dirty="0">
                <a:latin typeface="Helvetica Light"/>
              </a:rPr>
              <a:t>En este apartado, realizaremos una nuestro aporte a los modelos de predicción para su uso en Machine </a:t>
            </a:r>
            <a:r>
              <a:rPr lang="es-MX" sz="2400" dirty="0" err="1">
                <a:latin typeface="Helvetica Light"/>
              </a:rPr>
              <a:t>Learning</a:t>
            </a:r>
            <a:r>
              <a:rPr lang="es-MX" sz="2400" dirty="0">
                <a:latin typeface="Helvetica Light"/>
              </a:rPr>
              <a:t>. Para dicho análisis, requeriremos hacer uso de librerías como </a:t>
            </a:r>
            <a:r>
              <a:rPr lang="es-MX" sz="2400" b="1" i="1" dirty="0" err="1">
                <a:latin typeface="Helvetica Light"/>
              </a:rPr>
              <a:t>sklearn</a:t>
            </a:r>
            <a:r>
              <a:rPr lang="es-MX" sz="2400" i="1" dirty="0">
                <a:latin typeface="Helvetica Light"/>
              </a:rPr>
              <a:t>, </a:t>
            </a:r>
            <a:r>
              <a:rPr lang="es-MX" sz="2400" b="1" i="1" dirty="0">
                <a:latin typeface="Helvetica Light"/>
              </a:rPr>
              <a:t>chart </a:t>
            </a:r>
            <a:r>
              <a:rPr lang="es-MX" sz="2400" b="1" i="1" dirty="0" err="1">
                <a:latin typeface="Helvetica Light"/>
              </a:rPr>
              <a:t>studio</a:t>
            </a:r>
            <a:r>
              <a:rPr lang="es-MX" sz="2400" dirty="0">
                <a:latin typeface="Helvetica Light"/>
              </a:rPr>
              <a:t>, </a:t>
            </a:r>
            <a:r>
              <a:rPr lang="es-MX" sz="2400" b="1" i="1" dirty="0" err="1">
                <a:latin typeface="Helvetica Light"/>
              </a:rPr>
              <a:t>scipy</a:t>
            </a:r>
            <a:r>
              <a:rPr lang="es-MX" sz="2400" i="1" dirty="0">
                <a:latin typeface="Helvetica Light"/>
              </a:rPr>
              <a:t>, </a:t>
            </a:r>
            <a:r>
              <a:rPr lang="es-MX" sz="2400" b="1" i="1" dirty="0" err="1">
                <a:latin typeface="Helvetica Light"/>
              </a:rPr>
              <a:t>stats</a:t>
            </a:r>
            <a:r>
              <a:rPr lang="es-MX" sz="2400" b="1" i="1" dirty="0">
                <a:latin typeface="Helvetica Light"/>
              </a:rPr>
              <a:t> </a:t>
            </a:r>
            <a:r>
              <a:rPr lang="es-MX" sz="2400" b="1" i="1" dirty="0" err="1">
                <a:latin typeface="Helvetica Light"/>
              </a:rPr>
              <a:t>models</a:t>
            </a:r>
            <a:r>
              <a:rPr lang="es-MX" sz="2400" dirty="0">
                <a:latin typeface="Helvetica Light"/>
              </a:rPr>
              <a:t>, entre otras de uso general y visualización como </a:t>
            </a:r>
            <a:r>
              <a:rPr lang="es-MX" sz="2400" b="1" i="1" dirty="0" err="1">
                <a:latin typeface="Helvetica Light"/>
              </a:rPr>
              <a:t>plotly</a:t>
            </a:r>
            <a:r>
              <a:rPr lang="es-MX" sz="2400" dirty="0">
                <a:latin typeface="Helvetica Light"/>
              </a:rPr>
              <a:t> y </a:t>
            </a:r>
            <a:r>
              <a:rPr lang="es-MX" sz="2400" b="1" i="1" dirty="0" err="1">
                <a:latin typeface="Helvetica Light"/>
              </a:rPr>
              <a:t>seaborn</a:t>
            </a:r>
            <a:r>
              <a:rPr lang="es-MX" sz="2400" dirty="0">
                <a:latin typeface="Helvetica Light"/>
              </a:rPr>
              <a:t>.</a:t>
            </a:r>
          </a:p>
          <a:p>
            <a:pPr marL="0" indent="0" algn="just">
              <a:buNone/>
            </a:pPr>
            <a:r>
              <a:rPr lang="es-MX" sz="2400" dirty="0">
                <a:latin typeface="Helvetica Light"/>
              </a:rPr>
              <a:t>Bajo mi elección, se tomará como base ejemplar el municipio de Tizayuca, debido a sus cantidades promedio de delitos vehiculares cada año, el cual nos facilita el análisis y aplicación del modelo predictivo tomándolo como un monto de media ante el resto de municipios.</a:t>
            </a:r>
          </a:p>
          <a:p>
            <a:pPr marL="0" indent="0" algn="just">
              <a:buNone/>
            </a:pPr>
            <a:r>
              <a:rPr lang="es-ES" sz="2400" dirty="0">
                <a:latin typeface="Helvetica Light"/>
              </a:rPr>
              <a:t>Gracias a las series de tiempo, nos será posible tomar decisiones informadas, planificar estrategias de prevención y asignar recursos de manera más eficiente</a:t>
            </a:r>
            <a:r>
              <a:rPr lang="es-MX" sz="2400" dirty="0">
                <a:latin typeface="Helvetica Light"/>
              </a:rPr>
              <a:t>, y siendo este el caso, procuraremos brindar con la mayor precisión posible las predicciones delictivas para el año </a:t>
            </a:r>
            <a:r>
              <a:rPr lang="es-MX" sz="2400" b="1" dirty="0">
                <a:effectLst>
                  <a:outerShdw blurRad="38100" dist="38100" dir="2700000" algn="tl">
                    <a:srgbClr val="000000">
                      <a:alpha val="43137"/>
                    </a:srgbClr>
                  </a:outerShdw>
                </a:effectLst>
                <a:latin typeface="Helvetica Light"/>
              </a:rPr>
              <a:t>2026</a:t>
            </a:r>
            <a:r>
              <a:rPr lang="es-MX" sz="2400" dirty="0">
                <a:latin typeface="Helvetica Light"/>
              </a:rPr>
              <a:t>, considerando la data del 2015 al 2025.</a:t>
            </a:r>
          </a:p>
        </p:txBody>
      </p:sp>
    </p:spTree>
    <p:extLst>
      <p:ext uri="{BB962C8B-B14F-4D97-AF65-F5344CB8AC3E}">
        <p14:creationId xmlns:p14="http://schemas.microsoft.com/office/powerpoint/2010/main" val="870517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Marcador de contenido 11">
            <a:extLst>
              <a:ext uri="{FF2B5EF4-FFF2-40B4-BE49-F238E27FC236}">
                <a16:creationId xmlns:a16="http://schemas.microsoft.com/office/drawing/2014/main" id="{D1D60CBA-ECFC-7B93-79E3-96D1965F2E76}"/>
              </a:ext>
            </a:extLst>
          </p:cNvPr>
          <p:cNvPicPr>
            <a:picLocks noGrp="1" noChangeAspect="1"/>
          </p:cNvPicPr>
          <p:nvPr>
            <p:ph idx="1"/>
          </p:nvPr>
        </p:nvPicPr>
        <p:blipFill>
          <a:blip r:embed="rId2"/>
          <a:stretch>
            <a:fillRect/>
          </a:stretch>
        </p:blipFill>
        <p:spPr>
          <a:xfrm>
            <a:off x="4922898" y="744379"/>
            <a:ext cx="5889507" cy="5129212"/>
          </a:xfrm>
          <a:prstGeom prst="rect">
            <a:avLst/>
          </a:prstGeom>
        </p:spPr>
      </p:pic>
      <p:sp>
        <p:nvSpPr>
          <p:cNvPr id="14" name="CuadroTexto 13">
            <a:extLst>
              <a:ext uri="{FF2B5EF4-FFF2-40B4-BE49-F238E27FC236}">
                <a16:creationId xmlns:a16="http://schemas.microsoft.com/office/drawing/2014/main" id="{4D21DA31-6ADB-3CB6-219B-E663E91E7593}"/>
              </a:ext>
            </a:extLst>
          </p:cNvPr>
          <p:cNvSpPr txBox="1"/>
          <p:nvPr/>
        </p:nvSpPr>
        <p:spPr>
          <a:xfrm>
            <a:off x="1533525" y="431274"/>
            <a:ext cx="2790825" cy="575542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es-ES" sz="1600" dirty="0">
                <a:latin typeface="Helvetica Light" panose="020B0403020202020204"/>
              </a:rPr>
              <a:t>El gráfico de barras generado muestra la cantidad total de delitos por año. Cada barra representa el número de delitos registrados en ese año, permitiendo visualizar fácilmente cómo ha evolucionado la incidencia delictiva a lo largo del tiempo.</a:t>
            </a:r>
          </a:p>
          <a:p>
            <a:pPr algn="just"/>
            <a:endParaRPr lang="es-ES" sz="1600" dirty="0">
              <a:latin typeface="Helvetica Light" panose="020B0403020202020204"/>
            </a:endParaRPr>
          </a:p>
          <a:p>
            <a:pPr algn="just"/>
            <a:r>
              <a:rPr lang="es-ES" sz="1600" dirty="0">
                <a:latin typeface="Helvetica Light" panose="020B0403020202020204"/>
              </a:rPr>
              <a:t>Con este gráfico podemos analizar un evidente aumento </a:t>
            </a:r>
            <a:r>
              <a:rPr lang="es-ES" sz="1600" dirty="0" err="1">
                <a:latin typeface="Helvetica Light" panose="020B0403020202020204"/>
              </a:rPr>
              <a:t>delicitivo</a:t>
            </a:r>
            <a:r>
              <a:rPr lang="es-ES" sz="1600" dirty="0">
                <a:latin typeface="Helvetica Light" panose="020B0403020202020204"/>
              </a:rPr>
              <a:t> respecto a robos de automóviles en los años 2017 y 2018.</a:t>
            </a:r>
            <a:r>
              <a:rPr lang="es-MX" sz="1600" dirty="0">
                <a:latin typeface="Helvetica Light" panose="020B0403020202020204"/>
              </a:rPr>
              <a:t> Con una mayor cantidad de datos sería posible intentar deducir que fue lo que generó este aumento delictivo y las ofertas que tuvieron las promociones de seguros en dichos años para verificar si fueron realmente rentables.</a:t>
            </a:r>
            <a:endParaRPr lang="es-ES" sz="1600" dirty="0">
              <a:latin typeface="Helvetica Light" panose="020B0403020202020204"/>
            </a:endParaRPr>
          </a:p>
        </p:txBody>
      </p:sp>
    </p:spTree>
    <p:extLst>
      <p:ext uri="{BB962C8B-B14F-4D97-AF65-F5344CB8AC3E}">
        <p14:creationId xmlns:p14="http://schemas.microsoft.com/office/powerpoint/2010/main" val="3275654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66DD3FB-F9D6-B6EB-D842-FB443D649033}"/>
              </a:ext>
            </a:extLst>
          </p:cNvPr>
          <p:cNvSpPr>
            <a:spLocks noGrp="1"/>
          </p:cNvSpPr>
          <p:nvPr>
            <p:ph idx="1"/>
          </p:nvPr>
        </p:nvSpPr>
        <p:spPr>
          <a:xfrm>
            <a:off x="1253679" y="4164047"/>
            <a:ext cx="9461946" cy="1866900"/>
          </a:xfrm>
        </p:spPr>
        <p:style>
          <a:lnRef idx="1">
            <a:schemeClr val="accent1"/>
          </a:lnRef>
          <a:fillRef idx="2">
            <a:schemeClr val="accent1"/>
          </a:fillRef>
          <a:effectRef idx="1">
            <a:schemeClr val="accent1"/>
          </a:effectRef>
          <a:fontRef idx="minor">
            <a:schemeClr val="dk1"/>
          </a:fontRef>
        </p:style>
        <p:txBody>
          <a:bodyPr>
            <a:noAutofit/>
          </a:bodyPr>
          <a:lstStyle/>
          <a:p>
            <a:pPr algn="just"/>
            <a:r>
              <a:rPr lang="es-MX" sz="1400" dirty="0">
                <a:latin typeface="Helvetica Light"/>
              </a:rPr>
              <a:t>Movimiento Browniano:</a:t>
            </a:r>
          </a:p>
          <a:p>
            <a:pPr marL="0" indent="0" algn="just">
              <a:buNone/>
            </a:pPr>
            <a:r>
              <a:rPr lang="es-ES" sz="1400" dirty="0">
                <a:latin typeface="Helvetica Light"/>
              </a:rPr>
              <a:t>Los resultados generados por el Movimiento Browniano en el código representan posibles trayectorias aleatorias de la evolución de los delitos a lo largo del tiempo (2015-2025). Cada valor simulado muestra cómo podrían variar los delitos año con año, considerando la volatilidad observada en los datos históricos. Nos ayudan ilustran la dispersión que puede existir en el comportamiento futuro de los delitos, ayudando a visualizar escenarios de riesgo y fluctuaciones naturales en la serie temporal.</a:t>
            </a:r>
            <a:endParaRPr lang="es-MX" sz="1400" dirty="0">
              <a:latin typeface="Helvetica Light"/>
            </a:endParaRPr>
          </a:p>
        </p:txBody>
      </p:sp>
      <p:pic>
        <p:nvPicPr>
          <p:cNvPr id="7" name="Imagen 6">
            <a:extLst>
              <a:ext uri="{FF2B5EF4-FFF2-40B4-BE49-F238E27FC236}">
                <a16:creationId xmlns:a16="http://schemas.microsoft.com/office/drawing/2014/main" id="{7E1AD1E8-D0BE-06C7-B131-E0B2C5829E91}"/>
              </a:ext>
            </a:extLst>
          </p:cNvPr>
          <p:cNvPicPr>
            <a:picLocks noChangeAspect="1"/>
          </p:cNvPicPr>
          <p:nvPr/>
        </p:nvPicPr>
        <p:blipFill>
          <a:blip r:embed="rId2"/>
          <a:stretch>
            <a:fillRect/>
          </a:stretch>
        </p:blipFill>
        <p:spPr>
          <a:xfrm>
            <a:off x="7763602" y="628650"/>
            <a:ext cx="2952023" cy="3092990"/>
          </a:xfrm>
          <a:prstGeom prst="rect">
            <a:avLst/>
          </a:prstGeom>
        </p:spPr>
      </p:pic>
      <p:pic>
        <p:nvPicPr>
          <p:cNvPr id="11" name="Imagen 10">
            <a:extLst>
              <a:ext uri="{FF2B5EF4-FFF2-40B4-BE49-F238E27FC236}">
                <a16:creationId xmlns:a16="http://schemas.microsoft.com/office/drawing/2014/main" id="{36E789FA-FB8F-636F-C087-66B1BC7AF3F7}"/>
              </a:ext>
            </a:extLst>
          </p:cNvPr>
          <p:cNvPicPr>
            <a:picLocks noChangeAspect="1"/>
          </p:cNvPicPr>
          <p:nvPr/>
        </p:nvPicPr>
        <p:blipFill>
          <a:blip r:embed="rId3"/>
          <a:stretch>
            <a:fillRect/>
          </a:stretch>
        </p:blipFill>
        <p:spPr>
          <a:xfrm>
            <a:off x="1253679" y="458009"/>
            <a:ext cx="6303273" cy="3434271"/>
          </a:xfrm>
          <a:prstGeom prst="rect">
            <a:avLst/>
          </a:prstGeom>
        </p:spPr>
      </p:pic>
    </p:spTree>
    <p:extLst>
      <p:ext uri="{BB962C8B-B14F-4D97-AF65-F5344CB8AC3E}">
        <p14:creationId xmlns:p14="http://schemas.microsoft.com/office/powerpoint/2010/main" val="4246309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2">
            <a:extLst>
              <a:ext uri="{FF2B5EF4-FFF2-40B4-BE49-F238E27FC236}">
                <a16:creationId xmlns:a16="http://schemas.microsoft.com/office/drawing/2014/main" id="{8A278D19-73BA-AFC1-3FAA-8CCCEA001627}"/>
              </a:ext>
            </a:extLst>
          </p:cNvPr>
          <p:cNvSpPr>
            <a:spLocks noGrp="1"/>
          </p:cNvSpPr>
          <p:nvPr>
            <p:ph idx="1"/>
          </p:nvPr>
        </p:nvSpPr>
        <p:spPr>
          <a:xfrm>
            <a:off x="1365026" y="249271"/>
            <a:ext cx="9461946" cy="2046253"/>
          </a:xfrm>
        </p:spPr>
        <p:style>
          <a:lnRef idx="1">
            <a:schemeClr val="accent1"/>
          </a:lnRef>
          <a:fillRef idx="2">
            <a:schemeClr val="accent1"/>
          </a:fillRef>
          <a:effectRef idx="1">
            <a:schemeClr val="accent1"/>
          </a:effectRef>
          <a:fontRef idx="minor">
            <a:schemeClr val="dk1"/>
          </a:fontRef>
        </p:style>
        <p:txBody>
          <a:bodyPr>
            <a:noAutofit/>
          </a:bodyPr>
          <a:lstStyle/>
          <a:p>
            <a:pPr algn="just"/>
            <a:r>
              <a:rPr lang="es-MX" sz="1400" dirty="0">
                <a:latin typeface="Helvetica Light"/>
              </a:rPr>
              <a:t>Modelo de </a:t>
            </a:r>
            <a:r>
              <a:rPr lang="es-MX" sz="1400" dirty="0" err="1">
                <a:latin typeface="Helvetica Light"/>
              </a:rPr>
              <a:t>Vasicek</a:t>
            </a:r>
            <a:r>
              <a:rPr lang="es-MX" sz="1400" dirty="0">
                <a:latin typeface="Helvetica Light"/>
              </a:rPr>
              <a:t> (reversión a la media):</a:t>
            </a:r>
          </a:p>
          <a:p>
            <a:pPr marL="0" indent="0" algn="just">
              <a:buNone/>
            </a:pPr>
            <a:r>
              <a:rPr lang="es-ES" sz="1400" dirty="0">
                <a:latin typeface="Helvetica Light" panose="020B0403020202020204"/>
              </a:rPr>
              <a:t>Este modelo permite visualizar la tendencia de los delitos, observar cómo tienden a regresar al promedio y analizar la posible variabilidad futura en función de la volatilidad de tus datos.</a:t>
            </a:r>
          </a:p>
          <a:p>
            <a:pPr marL="0" indent="0" algn="just">
              <a:buNone/>
            </a:pPr>
            <a:r>
              <a:rPr lang="es-ES" sz="1400" dirty="0">
                <a:latin typeface="Helvetica Light" panose="020B0403020202020204"/>
              </a:rPr>
              <a:t>Aquí podemos verificar como el modelo nos permite reconocer que la cantidad de incidencias </a:t>
            </a:r>
            <a:r>
              <a:rPr lang="es-ES" sz="1400" dirty="0" err="1">
                <a:latin typeface="Helvetica Light"/>
              </a:rPr>
              <a:t>delicitvas</a:t>
            </a:r>
            <a:r>
              <a:rPr lang="es-ES" sz="1400" dirty="0">
                <a:latin typeface="Helvetica Light"/>
              </a:rPr>
              <a:t> en robos tiene una mayor tendencia a aumentar a través de los años valorados, lo cual nos ayuda a confirmar la importancia de la adquisición de un seguro contra robos para vehículos.</a:t>
            </a:r>
            <a:endParaRPr lang="es-MX" sz="1400" dirty="0">
              <a:latin typeface="Helvetica Light"/>
            </a:endParaRPr>
          </a:p>
        </p:txBody>
      </p:sp>
      <p:pic>
        <p:nvPicPr>
          <p:cNvPr id="9" name="Imagen 8">
            <a:extLst>
              <a:ext uri="{FF2B5EF4-FFF2-40B4-BE49-F238E27FC236}">
                <a16:creationId xmlns:a16="http://schemas.microsoft.com/office/drawing/2014/main" id="{703417C6-518A-0FD3-B153-97BC1573E8D4}"/>
              </a:ext>
            </a:extLst>
          </p:cNvPr>
          <p:cNvPicPr>
            <a:picLocks noChangeAspect="1"/>
          </p:cNvPicPr>
          <p:nvPr/>
        </p:nvPicPr>
        <p:blipFill>
          <a:blip r:embed="rId2"/>
          <a:stretch>
            <a:fillRect/>
          </a:stretch>
        </p:blipFill>
        <p:spPr>
          <a:xfrm>
            <a:off x="1533524" y="2497171"/>
            <a:ext cx="9124951" cy="3836953"/>
          </a:xfrm>
          <a:prstGeom prst="rect">
            <a:avLst/>
          </a:prstGeom>
        </p:spPr>
      </p:pic>
    </p:spTree>
    <p:extLst>
      <p:ext uri="{BB962C8B-B14F-4D97-AF65-F5344CB8AC3E}">
        <p14:creationId xmlns:p14="http://schemas.microsoft.com/office/powerpoint/2010/main" val="852530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anim calcmode="lin" valueType="num">
                                      <p:cBhvr>
                                        <p:cTn id="8" dur="1000" fill="hold"/>
                                        <p:tgtEl>
                                          <p:spTgt spid="6">
                                            <p:bg/>
                                          </p:spTgt>
                                        </p:tgtEl>
                                        <p:attrNameLst>
                                          <p:attrName>ppt_x</p:attrName>
                                        </p:attrNameLst>
                                      </p:cBhvr>
                                      <p:tavLst>
                                        <p:tav tm="0">
                                          <p:val>
                                            <p:strVal val="#ppt_x"/>
                                          </p:val>
                                        </p:tav>
                                        <p:tav tm="100000">
                                          <p:val>
                                            <p:strVal val="#ppt_x"/>
                                          </p:val>
                                        </p:tav>
                                      </p:tavLst>
                                    </p:anim>
                                    <p:anim calcmode="lin" valueType="num">
                                      <p:cBhvr>
                                        <p:cTn id="9" dur="1000" fill="hold"/>
                                        <p:tgtEl>
                                          <p:spTgt spid="6">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fade">
                                      <p:cBhvr>
                                        <p:cTn id="21" dur="1000"/>
                                        <p:tgtEl>
                                          <p:spTgt spid="6">
                                            <p:txEl>
                                              <p:pRg st="1" end="1"/>
                                            </p:txEl>
                                          </p:spTgt>
                                        </p:tgtEl>
                                      </p:cBhvr>
                                    </p:animEffect>
                                    <p:anim calcmode="lin" valueType="num">
                                      <p:cBhvr>
                                        <p:cTn id="22"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2" end="2"/>
                                            </p:txEl>
                                          </p:spTgt>
                                        </p:tgtEl>
                                        <p:attrNameLst>
                                          <p:attrName>style.visibility</p:attrName>
                                        </p:attrNameLst>
                                      </p:cBhvr>
                                      <p:to>
                                        <p:strVal val="visible"/>
                                      </p:to>
                                    </p:set>
                                    <p:animEffect transition="in" filter="fade">
                                      <p:cBhvr>
                                        <p:cTn id="28" dur="1000"/>
                                        <p:tgtEl>
                                          <p:spTgt spid="6">
                                            <p:txEl>
                                              <p:pRg st="2" end="2"/>
                                            </p:txEl>
                                          </p:spTgt>
                                        </p:tgtEl>
                                      </p:cBhvr>
                                    </p:animEffect>
                                    <p:anim calcmode="lin" valueType="num">
                                      <p:cBhvr>
                                        <p:cTn id="29"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Marcador de contenido 11">
            <a:extLst>
              <a:ext uri="{FF2B5EF4-FFF2-40B4-BE49-F238E27FC236}">
                <a16:creationId xmlns:a16="http://schemas.microsoft.com/office/drawing/2014/main" id="{CDC4A4D1-9920-3B87-DF7E-91832AD73BC7}"/>
              </a:ext>
            </a:extLst>
          </p:cNvPr>
          <p:cNvPicPr>
            <a:picLocks noGrp="1" noChangeAspect="1"/>
          </p:cNvPicPr>
          <p:nvPr>
            <p:ph idx="1"/>
          </p:nvPr>
        </p:nvPicPr>
        <p:blipFill>
          <a:blip r:embed="rId2"/>
          <a:stretch>
            <a:fillRect/>
          </a:stretch>
        </p:blipFill>
        <p:spPr>
          <a:xfrm>
            <a:off x="1747836" y="2632869"/>
            <a:ext cx="8696325" cy="3697288"/>
          </a:xfrm>
          <a:prstGeom prst="rect">
            <a:avLst/>
          </a:prstGeom>
        </p:spPr>
      </p:pic>
      <p:sp>
        <p:nvSpPr>
          <p:cNvPr id="13" name="Marcador de contenido 2">
            <a:extLst>
              <a:ext uri="{FF2B5EF4-FFF2-40B4-BE49-F238E27FC236}">
                <a16:creationId xmlns:a16="http://schemas.microsoft.com/office/drawing/2014/main" id="{D78C66CC-0AE5-1DF2-6DD3-0437589C6F06}"/>
              </a:ext>
            </a:extLst>
          </p:cNvPr>
          <p:cNvSpPr txBox="1">
            <a:spLocks/>
          </p:cNvSpPr>
          <p:nvPr/>
        </p:nvSpPr>
        <p:spPr>
          <a:xfrm>
            <a:off x="1747837" y="330235"/>
            <a:ext cx="8696325" cy="2046253"/>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dk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dk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dk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dk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dk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dk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dk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dk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dk1"/>
                </a:solidFill>
                <a:effectLst/>
                <a:latin typeface="+mn-lt"/>
                <a:ea typeface="+mn-ea"/>
                <a:cs typeface="+mn-cs"/>
              </a:defRPr>
            </a:lvl9pPr>
          </a:lstStyle>
          <a:p>
            <a:pPr algn="just"/>
            <a:r>
              <a:rPr lang="es-MX" sz="1400" dirty="0">
                <a:latin typeface="Helvetica Light"/>
              </a:rPr>
              <a:t>Modelo ARIMA:</a:t>
            </a:r>
          </a:p>
          <a:p>
            <a:pPr marL="0" indent="0" algn="just">
              <a:buNone/>
            </a:pPr>
            <a:r>
              <a:rPr lang="es-MX" sz="1400" dirty="0">
                <a:latin typeface="Helvetica Light"/>
              </a:rPr>
              <a:t>Para la aplicación de este modelo predictivo sobre el municipio de Tizayuca, Hidalgo, se verifica una clara tendencia en aumento respecto al año 2026, el cual es el año en predicción. La línea azul representa los robos registrados en dicho año, mientras que la línea naranja representa la probable media de delitos considerando la data histórica los diez años anteriores, siendo una buena expectativa para iniciar con el ofrecimiento de promociones y ofertas de la empresa e incentivar la contratación de seguros contra robo de autos.</a:t>
            </a:r>
          </a:p>
        </p:txBody>
      </p:sp>
    </p:spTree>
    <p:extLst>
      <p:ext uri="{BB962C8B-B14F-4D97-AF65-F5344CB8AC3E}">
        <p14:creationId xmlns:p14="http://schemas.microsoft.com/office/powerpoint/2010/main" val="2957338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bg/>
                                          </p:spTgt>
                                        </p:tgtEl>
                                        <p:attrNameLst>
                                          <p:attrName>style.visibility</p:attrName>
                                        </p:attrNameLst>
                                      </p:cBhvr>
                                      <p:to>
                                        <p:strVal val="visible"/>
                                      </p:to>
                                    </p:set>
                                    <p:animEffect transition="in" filter="fade">
                                      <p:cBhvr>
                                        <p:cTn id="7" dur="1000"/>
                                        <p:tgtEl>
                                          <p:spTgt spid="13">
                                            <p:bg/>
                                          </p:spTgt>
                                        </p:tgtEl>
                                      </p:cBhvr>
                                    </p:animEffect>
                                    <p:anim calcmode="lin" valueType="num">
                                      <p:cBhvr>
                                        <p:cTn id="8" dur="1000" fill="hold"/>
                                        <p:tgtEl>
                                          <p:spTgt spid="13">
                                            <p:bg/>
                                          </p:spTgt>
                                        </p:tgtEl>
                                        <p:attrNameLst>
                                          <p:attrName>ppt_x</p:attrName>
                                        </p:attrNameLst>
                                      </p:cBhvr>
                                      <p:tavLst>
                                        <p:tav tm="0">
                                          <p:val>
                                            <p:strVal val="#ppt_x"/>
                                          </p:val>
                                        </p:tav>
                                        <p:tav tm="100000">
                                          <p:val>
                                            <p:strVal val="#ppt_x"/>
                                          </p:val>
                                        </p:tav>
                                      </p:tavLst>
                                    </p:anim>
                                    <p:anim calcmode="lin" valueType="num">
                                      <p:cBhvr>
                                        <p:cTn id="9" dur="1000" fill="hold"/>
                                        <p:tgtEl>
                                          <p:spTgt spid="1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xEl>
                                              <p:pRg st="0" end="0"/>
                                            </p:txEl>
                                          </p:spTgt>
                                        </p:tgtEl>
                                        <p:attrNameLst>
                                          <p:attrName>style.visibility</p:attrName>
                                        </p:attrNameLst>
                                      </p:cBhvr>
                                      <p:to>
                                        <p:strVal val="visible"/>
                                      </p:to>
                                    </p:set>
                                    <p:animEffect transition="in" filter="fade">
                                      <p:cBhvr>
                                        <p:cTn id="14" dur="1000"/>
                                        <p:tgtEl>
                                          <p:spTgt spid="13">
                                            <p:txEl>
                                              <p:pRg st="0" end="0"/>
                                            </p:txEl>
                                          </p:spTgt>
                                        </p:tgtEl>
                                      </p:cBhvr>
                                    </p:animEffect>
                                    <p:anim calcmode="lin" valueType="num">
                                      <p:cBhvr>
                                        <p:cTn id="15"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
                                            <p:txEl>
                                              <p:pRg st="1" end="1"/>
                                            </p:txEl>
                                          </p:spTgt>
                                        </p:tgtEl>
                                        <p:attrNameLst>
                                          <p:attrName>style.visibility</p:attrName>
                                        </p:attrNameLst>
                                      </p:cBhvr>
                                      <p:to>
                                        <p:strVal val="visible"/>
                                      </p:to>
                                    </p:set>
                                    <p:animEffect transition="in" filter="fade">
                                      <p:cBhvr>
                                        <p:cTn id="21" dur="1000"/>
                                        <p:tgtEl>
                                          <p:spTgt spid="13">
                                            <p:txEl>
                                              <p:pRg st="1" end="1"/>
                                            </p:txEl>
                                          </p:spTgt>
                                        </p:tgtEl>
                                      </p:cBhvr>
                                    </p:animEffect>
                                    <p:anim calcmode="lin" valueType="num">
                                      <p:cBhvr>
                                        <p:cTn id="22"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E598418-0E28-9D7B-8A03-E2E2F0DC81E9}"/>
              </a:ext>
            </a:extLst>
          </p:cNvPr>
          <p:cNvSpPr>
            <a:spLocks noGrp="1"/>
          </p:cNvSpPr>
          <p:nvPr>
            <p:ph idx="1"/>
          </p:nvPr>
        </p:nvSpPr>
        <p:spPr>
          <a:xfrm>
            <a:off x="1141871" y="1638299"/>
            <a:ext cx="9908258" cy="4767119"/>
          </a:xfrm>
        </p:spPr>
        <p:txBody>
          <a:bodyPr>
            <a:noAutofit/>
          </a:bodyPr>
          <a:lstStyle/>
          <a:p>
            <a:pPr marL="0" indent="0" algn="just">
              <a:buNone/>
            </a:pPr>
            <a:r>
              <a:rPr lang="es-MX" sz="1800" dirty="0">
                <a:latin typeface="Helvetica Light"/>
              </a:rPr>
              <a:t>A continuación, daremos uso del algoritmo </a:t>
            </a:r>
            <a:r>
              <a:rPr lang="es-MX" sz="1800" dirty="0" err="1">
                <a:latin typeface="Helvetica Light"/>
              </a:rPr>
              <a:t>Clustering</a:t>
            </a:r>
            <a:r>
              <a:rPr lang="es-MX" sz="1800" dirty="0">
                <a:latin typeface="Helvetica Light"/>
              </a:rPr>
              <a:t> (</a:t>
            </a:r>
            <a:r>
              <a:rPr lang="es-MX" sz="1800" i="1" dirty="0" err="1">
                <a:effectLst>
                  <a:outerShdw blurRad="38100" dist="38100" dir="2700000" algn="tl">
                    <a:srgbClr val="000000">
                      <a:alpha val="43137"/>
                    </a:srgbClr>
                  </a:outerShdw>
                </a:effectLst>
                <a:latin typeface="Helvetica Light"/>
              </a:rPr>
              <a:t>Kmeans</a:t>
            </a:r>
            <a:r>
              <a:rPr lang="es-MX" sz="1800" dirty="0">
                <a:latin typeface="Helvetica Light"/>
              </a:rPr>
              <a:t>), el cual nos ayudará a analizar los patrones de los delitos por robos vehiculares a través. Se realizarán agrupaciones de conjuntos de datos que permitirán identificar </a:t>
            </a:r>
            <a:r>
              <a:rPr lang="es-MX" sz="1800" dirty="0" err="1">
                <a:latin typeface="Helvetica Light"/>
              </a:rPr>
              <a:t>compartamientos</a:t>
            </a:r>
            <a:r>
              <a:rPr lang="es-MX" sz="1800" dirty="0">
                <a:latin typeface="Helvetica Light"/>
              </a:rPr>
              <a:t> con patrones en volúmenes de información mayores.</a:t>
            </a:r>
          </a:p>
          <a:p>
            <a:pPr marL="0" indent="0" algn="just">
              <a:buNone/>
            </a:pPr>
            <a:r>
              <a:rPr lang="es-ES" sz="1800" dirty="0">
                <a:latin typeface="Helvetica Light"/>
              </a:rPr>
              <a:t>El </a:t>
            </a:r>
            <a:r>
              <a:rPr lang="es-ES" sz="1800" dirty="0" err="1">
                <a:latin typeface="Helvetica Light"/>
              </a:rPr>
              <a:t>clustering</a:t>
            </a:r>
            <a:r>
              <a:rPr lang="es-ES" sz="1800" dirty="0">
                <a:latin typeface="Helvetica Light"/>
              </a:rPr>
              <a:t> en predicción agrupa datos similares según sus características, sin usar etiquetas previas (predicción no supervisada), el cual nos ayuda a identificar patrones y segmentos en los delitos, permitiendo distinguir grupos de municipios o periodos con comportamientos parecidos.</a:t>
            </a:r>
            <a:endParaRPr lang="es-MX" sz="1800" dirty="0">
              <a:latin typeface="Helvetica Light"/>
            </a:endParaRPr>
          </a:p>
          <a:p>
            <a:pPr marL="0" indent="0" algn="just">
              <a:buNone/>
            </a:pPr>
            <a:r>
              <a:rPr lang="es-MX" sz="1800" dirty="0">
                <a:latin typeface="Helvetica Light"/>
              </a:rPr>
              <a:t>Con ayuda del </a:t>
            </a:r>
            <a:r>
              <a:rPr lang="es-MX" sz="1800" i="1" dirty="0" err="1">
                <a:latin typeface="Helvetica Light"/>
              </a:rPr>
              <a:t>Feature</a:t>
            </a:r>
            <a:r>
              <a:rPr lang="es-MX" sz="1800" i="1" dirty="0">
                <a:latin typeface="Helvetica Light"/>
              </a:rPr>
              <a:t> </a:t>
            </a:r>
            <a:r>
              <a:rPr lang="es-MX" sz="1800" i="1" dirty="0" err="1">
                <a:latin typeface="Helvetica Light"/>
              </a:rPr>
              <a:t>Engineering</a:t>
            </a:r>
            <a:r>
              <a:rPr lang="es-MX" sz="1800" i="1" dirty="0">
                <a:latin typeface="Helvetica Light"/>
              </a:rPr>
              <a:t> </a:t>
            </a:r>
            <a:r>
              <a:rPr lang="es-MX" sz="1800" dirty="0">
                <a:latin typeface="Helvetica Light"/>
              </a:rPr>
              <a:t>(preparación, filtrado, y limpieza de los datos, balanceo de clases, tratado de datos nulos) se calculará el promedio de delitos por mes dentro de cada clúster, lo que ayudará a verificar cuáles son los meses que representan un mayor riesgo en peligro, es decir, los que registren más delitos, así como los estados que cuentan con un mayor registro de predicciones para aumento de riesgos en robos de vehículos. Esto nos ayudará a entender tendencias, detectar zonas críticas y orientar estrategias preventivas.</a:t>
            </a:r>
          </a:p>
        </p:txBody>
      </p:sp>
      <p:sp>
        <p:nvSpPr>
          <p:cNvPr id="4" name="Título 1">
            <a:extLst>
              <a:ext uri="{FF2B5EF4-FFF2-40B4-BE49-F238E27FC236}">
                <a16:creationId xmlns:a16="http://schemas.microsoft.com/office/drawing/2014/main" id="{B56BCC32-CBE7-EF35-2BAF-0A876C0E2686}"/>
              </a:ext>
            </a:extLst>
          </p:cNvPr>
          <p:cNvSpPr txBox="1">
            <a:spLocks/>
          </p:cNvSpPr>
          <p:nvPr/>
        </p:nvSpPr>
        <p:spPr>
          <a:xfrm>
            <a:off x="2128467" y="545646"/>
            <a:ext cx="7935066" cy="787853"/>
          </a:xfrm>
          <a:prstGeom prst="rect">
            <a:avLst/>
          </a:prstGeom>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3400" b="0" i="0" kern="1200" cap="none">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s-MX" sz="2800" dirty="0">
                <a:latin typeface="Corbel" panose="020B0503020204020204" pitchFamily="34" charset="0"/>
              </a:rPr>
              <a:t>Clasificación de Estados por Peligrosidad (Modelo </a:t>
            </a:r>
            <a:r>
              <a:rPr lang="es-MX" sz="2800" dirty="0" err="1">
                <a:latin typeface="Corbel" panose="020B0503020204020204" pitchFamily="34" charset="0"/>
              </a:rPr>
              <a:t>Clustering</a:t>
            </a:r>
            <a:r>
              <a:rPr lang="es-MX" sz="2800" dirty="0">
                <a:latin typeface="Corbel" panose="020B0503020204020204" pitchFamily="34" charset="0"/>
              </a:rPr>
              <a:t>)</a:t>
            </a:r>
            <a:endParaRPr lang="es-MX" sz="2800" dirty="0">
              <a:effectLst>
                <a:outerShdw blurRad="38100" dist="38100" dir="2700000" algn="tl">
                  <a:srgbClr val="000000">
                    <a:alpha val="43137"/>
                  </a:srgbClr>
                </a:outerShdw>
              </a:effectLst>
              <a:latin typeface="Corbel" panose="020B0503020204020204" pitchFamily="34" charset="0"/>
            </a:endParaRPr>
          </a:p>
        </p:txBody>
      </p:sp>
    </p:spTree>
    <p:extLst>
      <p:ext uri="{BB962C8B-B14F-4D97-AF65-F5344CB8AC3E}">
        <p14:creationId xmlns:p14="http://schemas.microsoft.com/office/powerpoint/2010/main" val="86617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87B86FE-8DAD-A90B-95B3-C3E238243DD8}"/>
              </a:ext>
            </a:extLst>
          </p:cNvPr>
          <p:cNvSpPr>
            <a:spLocks noGrp="1"/>
          </p:cNvSpPr>
          <p:nvPr>
            <p:ph idx="1"/>
          </p:nvPr>
        </p:nvSpPr>
        <p:spPr>
          <a:xfrm>
            <a:off x="1431416" y="5309068"/>
            <a:ext cx="9329168" cy="1023257"/>
          </a:xfrm>
        </p:spPr>
        <p:txBody>
          <a:bodyPr>
            <a:noAutofit/>
          </a:bodyPr>
          <a:lstStyle/>
          <a:p>
            <a:pPr marL="0" indent="0" algn="just">
              <a:buNone/>
            </a:pPr>
            <a:r>
              <a:rPr lang="es-MX" sz="1600" dirty="0">
                <a:latin typeface="Helvetica Light"/>
              </a:rPr>
              <a:t>Para el procesamiento de datos se realizó inicialmente una consulta de información del </a:t>
            </a:r>
            <a:r>
              <a:rPr lang="es-MX" sz="1600" dirty="0" err="1">
                <a:latin typeface="Helvetica Light"/>
              </a:rPr>
              <a:t>DataFrame</a:t>
            </a:r>
            <a:r>
              <a:rPr lang="es-MX" sz="1600" dirty="0">
                <a:latin typeface="Helvetica Light"/>
              </a:rPr>
              <a:t> con sus respectivos tipos de datos previamente transformados a numéricos para su uso en el modelo y su descripción general, además se realizó un tratado de eliminación de columnas que no son funcionales para el modelo de </a:t>
            </a:r>
            <a:r>
              <a:rPr lang="es-MX" sz="1600" dirty="0" err="1">
                <a:latin typeface="Helvetica Light"/>
              </a:rPr>
              <a:t>clusters</a:t>
            </a:r>
            <a:r>
              <a:rPr lang="es-MX" sz="1600" dirty="0">
                <a:latin typeface="Helvetica Light"/>
              </a:rPr>
              <a:t>.</a:t>
            </a:r>
          </a:p>
        </p:txBody>
      </p:sp>
      <p:pic>
        <p:nvPicPr>
          <p:cNvPr id="5" name="Imagen 4">
            <a:extLst>
              <a:ext uri="{FF2B5EF4-FFF2-40B4-BE49-F238E27FC236}">
                <a16:creationId xmlns:a16="http://schemas.microsoft.com/office/drawing/2014/main" id="{DA44B834-7D92-7F6C-4F17-03D7FB6FE7DD}"/>
              </a:ext>
            </a:extLst>
          </p:cNvPr>
          <p:cNvPicPr>
            <a:picLocks noChangeAspect="1"/>
          </p:cNvPicPr>
          <p:nvPr/>
        </p:nvPicPr>
        <p:blipFill>
          <a:blip r:embed="rId2"/>
          <a:stretch>
            <a:fillRect/>
          </a:stretch>
        </p:blipFill>
        <p:spPr>
          <a:xfrm>
            <a:off x="1178323" y="375279"/>
            <a:ext cx="3655127" cy="4669971"/>
          </a:xfrm>
          <a:prstGeom prst="rect">
            <a:avLst/>
          </a:prstGeom>
        </p:spPr>
      </p:pic>
      <p:pic>
        <p:nvPicPr>
          <p:cNvPr id="9" name="Imagen 8">
            <a:extLst>
              <a:ext uri="{FF2B5EF4-FFF2-40B4-BE49-F238E27FC236}">
                <a16:creationId xmlns:a16="http://schemas.microsoft.com/office/drawing/2014/main" id="{39002E70-263B-3BED-6C43-5A340627D439}"/>
              </a:ext>
            </a:extLst>
          </p:cNvPr>
          <p:cNvPicPr>
            <a:picLocks noChangeAspect="1"/>
          </p:cNvPicPr>
          <p:nvPr/>
        </p:nvPicPr>
        <p:blipFill>
          <a:blip r:embed="rId3"/>
          <a:stretch>
            <a:fillRect/>
          </a:stretch>
        </p:blipFill>
        <p:spPr>
          <a:xfrm>
            <a:off x="5193072" y="434507"/>
            <a:ext cx="5944430" cy="4610743"/>
          </a:xfrm>
          <a:prstGeom prst="rect">
            <a:avLst/>
          </a:prstGeom>
        </p:spPr>
      </p:pic>
    </p:spTree>
    <p:extLst>
      <p:ext uri="{BB962C8B-B14F-4D97-AF65-F5344CB8AC3E}">
        <p14:creationId xmlns:p14="http://schemas.microsoft.com/office/powerpoint/2010/main" val="271054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D01EDE6-5386-C6C4-FA69-814DE11DA488}"/>
              </a:ext>
            </a:extLst>
          </p:cNvPr>
          <p:cNvSpPr>
            <a:spLocks noGrp="1"/>
          </p:cNvSpPr>
          <p:nvPr>
            <p:ph idx="1"/>
          </p:nvPr>
        </p:nvSpPr>
        <p:spPr>
          <a:xfrm>
            <a:off x="6872726" y="511319"/>
            <a:ext cx="3753575" cy="2450956"/>
          </a:xfrm>
        </p:spPr>
        <p:txBody>
          <a:bodyPr>
            <a:normAutofit/>
          </a:bodyPr>
          <a:lstStyle/>
          <a:p>
            <a:pPr marL="0" indent="0" algn="just">
              <a:buNone/>
            </a:pPr>
            <a:r>
              <a:rPr lang="es-MX" sz="1400" dirty="0">
                <a:latin typeface="Helvetica Light"/>
              </a:rPr>
              <a:t>Se realizó un escalamiento “</a:t>
            </a:r>
            <a:r>
              <a:rPr lang="es-MX" sz="1400" dirty="0" err="1">
                <a:latin typeface="Helvetica Light"/>
              </a:rPr>
              <a:t>Zscore</a:t>
            </a:r>
            <a:r>
              <a:rPr lang="es-MX" sz="1400" dirty="0">
                <a:latin typeface="Helvetica Light"/>
              </a:rPr>
              <a:t>” para aplicar logaritmación a las variables, con fin de evitar información sesgada.</a:t>
            </a:r>
          </a:p>
          <a:p>
            <a:pPr marL="0" indent="0" algn="just">
              <a:buNone/>
            </a:pPr>
            <a:r>
              <a:rPr lang="es-ES" sz="1400" dirty="0">
                <a:latin typeface="Helvetica Light"/>
              </a:rPr>
              <a:t>El escalamiento “</a:t>
            </a:r>
            <a:r>
              <a:rPr lang="es-ES" sz="1400" dirty="0" err="1">
                <a:latin typeface="Helvetica Light"/>
              </a:rPr>
              <a:t>Zcore</a:t>
            </a:r>
            <a:r>
              <a:rPr lang="es-ES" sz="1400" dirty="0">
                <a:latin typeface="Helvetica Light"/>
              </a:rPr>
              <a:t>” facilita la comparación entre variables con diferentes escalas y mejora el desempeño de algoritmos como </a:t>
            </a:r>
            <a:r>
              <a:rPr lang="es-ES" sz="1400" dirty="0" err="1">
                <a:latin typeface="Helvetica Light"/>
              </a:rPr>
              <a:t>clustering</a:t>
            </a:r>
            <a:r>
              <a:rPr lang="es-ES" sz="1400" dirty="0">
                <a:latin typeface="Helvetica Light"/>
              </a:rPr>
              <a:t> y regresión, evitando que variables con valores grandes dominen el análisis.</a:t>
            </a:r>
            <a:endParaRPr lang="es-MX" sz="1400" dirty="0">
              <a:latin typeface="Helvetica Light"/>
            </a:endParaRPr>
          </a:p>
        </p:txBody>
      </p:sp>
      <p:pic>
        <p:nvPicPr>
          <p:cNvPr id="5" name="Imagen 4">
            <a:extLst>
              <a:ext uri="{FF2B5EF4-FFF2-40B4-BE49-F238E27FC236}">
                <a16:creationId xmlns:a16="http://schemas.microsoft.com/office/drawing/2014/main" id="{00201415-72C4-8B2F-79CF-AEA1C78C3C26}"/>
              </a:ext>
            </a:extLst>
          </p:cNvPr>
          <p:cNvPicPr>
            <a:picLocks noChangeAspect="1"/>
          </p:cNvPicPr>
          <p:nvPr/>
        </p:nvPicPr>
        <p:blipFill>
          <a:blip r:embed="rId2"/>
          <a:stretch>
            <a:fillRect/>
          </a:stretch>
        </p:blipFill>
        <p:spPr>
          <a:xfrm>
            <a:off x="1415033" y="239171"/>
            <a:ext cx="3904243" cy="3618453"/>
          </a:xfrm>
          <a:prstGeom prst="rect">
            <a:avLst/>
          </a:prstGeom>
        </p:spPr>
      </p:pic>
      <p:sp>
        <p:nvSpPr>
          <p:cNvPr id="6" name="Marcador de contenido 2">
            <a:extLst>
              <a:ext uri="{FF2B5EF4-FFF2-40B4-BE49-F238E27FC236}">
                <a16:creationId xmlns:a16="http://schemas.microsoft.com/office/drawing/2014/main" id="{251A1B08-F407-0B49-77DF-88B9860F024D}"/>
              </a:ext>
            </a:extLst>
          </p:cNvPr>
          <p:cNvSpPr txBox="1">
            <a:spLocks/>
          </p:cNvSpPr>
          <p:nvPr/>
        </p:nvSpPr>
        <p:spPr>
          <a:xfrm>
            <a:off x="1415034" y="4203626"/>
            <a:ext cx="3814192" cy="2101924"/>
          </a:xfrm>
          <a:prstGeom prst="rect">
            <a:avLst/>
          </a:prstGeom>
        </p:spPr>
        <p:txBody>
          <a:bodyPr vert="horz" lIns="91440" tIns="45720" rIns="91440" bIns="45720" rtlCol="0" anchor="ctr">
            <a:noAutofit/>
          </a:bodyPr>
          <a:lst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a:lstStyle>
          <a:p>
            <a:pPr marL="0" indent="0" algn="just">
              <a:buFont typeface="Wingdings" panose="05000000000000000000" pitchFamily="2" charset="2"/>
              <a:buNone/>
            </a:pPr>
            <a:r>
              <a:rPr lang="es-MX" sz="1300" dirty="0">
                <a:latin typeface="Helvetica Light"/>
              </a:rPr>
              <a:t>Se generó un </a:t>
            </a:r>
            <a:r>
              <a:rPr lang="es-MX" sz="1300" dirty="0" err="1">
                <a:latin typeface="Helvetica Light"/>
              </a:rPr>
              <a:t>Boxplot</a:t>
            </a:r>
            <a:r>
              <a:rPr lang="es-MX" sz="1300" dirty="0">
                <a:latin typeface="Helvetica Light"/>
              </a:rPr>
              <a:t> para obtener posibles </a:t>
            </a:r>
            <a:r>
              <a:rPr lang="es-MX" sz="1300" dirty="0" err="1">
                <a:latin typeface="Helvetica Light"/>
              </a:rPr>
              <a:t>outliers</a:t>
            </a:r>
            <a:r>
              <a:rPr lang="es-MX" sz="1300" dirty="0">
                <a:latin typeface="Helvetica Light"/>
              </a:rPr>
              <a:t>, en los cuales nos permitimos asegurar que a pesar de estar presentes, tomando en consideración la escala aplicada, los valores se pueden considerar típicos.</a:t>
            </a:r>
          </a:p>
          <a:p>
            <a:pPr marL="0" indent="0" algn="just">
              <a:buNone/>
            </a:pPr>
            <a:r>
              <a:rPr lang="es-ES" sz="1300" dirty="0">
                <a:latin typeface="Helvetica Light"/>
              </a:rPr>
              <a:t>Este tipo de gráfico facilita comparar la dispersión, simetría y presencia de valores extremos entre variables, ayudando a detectar anomalías y entender mejor la variabilidad de los datos.</a:t>
            </a:r>
            <a:endParaRPr lang="es-MX" sz="1300" dirty="0">
              <a:latin typeface="Helvetica Light"/>
            </a:endParaRPr>
          </a:p>
        </p:txBody>
      </p:sp>
      <p:cxnSp>
        <p:nvCxnSpPr>
          <p:cNvPr id="10" name="Conector recto de flecha 9">
            <a:extLst>
              <a:ext uri="{FF2B5EF4-FFF2-40B4-BE49-F238E27FC236}">
                <a16:creationId xmlns:a16="http://schemas.microsoft.com/office/drawing/2014/main" id="{1E46A4CC-531E-6709-AAE7-AAB88D255310}"/>
              </a:ext>
            </a:extLst>
          </p:cNvPr>
          <p:cNvCxnSpPr/>
          <p:nvPr/>
        </p:nvCxnSpPr>
        <p:spPr>
          <a:xfrm>
            <a:off x="5495925" y="1771650"/>
            <a:ext cx="107632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Conector recto de flecha 11">
            <a:extLst>
              <a:ext uri="{FF2B5EF4-FFF2-40B4-BE49-F238E27FC236}">
                <a16:creationId xmlns:a16="http://schemas.microsoft.com/office/drawing/2014/main" id="{E6A8BAD2-7152-B1BF-CBB4-09B111041761}"/>
              </a:ext>
            </a:extLst>
          </p:cNvPr>
          <p:cNvCxnSpPr/>
          <p:nvPr/>
        </p:nvCxnSpPr>
        <p:spPr>
          <a:xfrm flipH="1">
            <a:off x="5319276" y="5276850"/>
            <a:ext cx="112914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14" name="Imagen 13">
            <a:extLst>
              <a:ext uri="{FF2B5EF4-FFF2-40B4-BE49-F238E27FC236}">
                <a16:creationId xmlns:a16="http://schemas.microsoft.com/office/drawing/2014/main" id="{FA5A9CA5-3E28-11BB-EAD6-358C02F9A46E}"/>
              </a:ext>
            </a:extLst>
          </p:cNvPr>
          <p:cNvPicPr>
            <a:picLocks noChangeAspect="1"/>
          </p:cNvPicPr>
          <p:nvPr/>
        </p:nvPicPr>
        <p:blipFill>
          <a:blip r:embed="rId3"/>
          <a:stretch>
            <a:fillRect/>
          </a:stretch>
        </p:blipFill>
        <p:spPr>
          <a:xfrm>
            <a:off x="6638925" y="3429000"/>
            <a:ext cx="4248150" cy="3155805"/>
          </a:xfrm>
          <a:prstGeom prst="rect">
            <a:avLst/>
          </a:prstGeom>
        </p:spPr>
      </p:pic>
    </p:spTree>
    <p:extLst>
      <p:ext uri="{BB962C8B-B14F-4D97-AF65-F5344CB8AC3E}">
        <p14:creationId xmlns:p14="http://schemas.microsoft.com/office/powerpoint/2010/main" val="3543039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fade">
                                      <p:cBhvr>
                                        <p:cTn id="2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E80C9D3-581D-4F94-9602-B6B708C1C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D3CD99E0-8BF7-406D-BD54-3DBF9156D7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20" name="Picture 19">
            <a:extLst>
              <a:ext uri="{FF2B5EF4-FFF2-40B4-BE49-F238E27FC236}">
                <a16:creationId xmlns:a16="http://schemas.microsoft.com/office/drawing/2014/main" id="{3CD71877-3E29-46BA-8102-BA51BAC20B8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22" name="Rectangle 21">
            <a:extLst>
              <a:ext uri="{FF2B5EF4-FFF2-40B4-BE49-F238E27FC236}">
                <a16:creationId xmlns:a16="http://schemas.microsoft.com/office/drawing/2014/main" id="{A8E12A96-2B78-465B-A2B8-A8E9DD711A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8033E9E-E33E-4351-9B15-A35E144A7A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B47C71A-EFE6-464E-A6BC-2B97788D5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24E0945A-74B9-63BA-B6E0-98E0A50743ED}"/>
              </a:ext>
            </a:extLst>
          </p:cNvPr>
          <p:cNvPicPr>
            <a:picLocks noChangeAspect="1"/>
          </p:cNvPicPr>
          <p:nvPr/>
        </p:nvPicPr>
        <p:blipFill>
          <a:blip r:embed="rId5"/>
          <a:srcRect l="14050" r="3011" b="1"/>
          <a:stretch>
            <a:fillRect/>
          </a:stretch>
        </p:blipFill>
        <p:spPr>
          <a:xfrm>
            <a:off x="1162048" y="3426282"/>
            <a:ext cx="5410201" cy="3168037"/>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3" name="Marcador de contenido 2">
            <a:extLst>
              <a:ext uri="{FF2B5EF4-FFF2-40B4-BE49-F238E27FC236}">
                <a16:creationId xmlns:a16="http://schemas.microsoft.com/office/drawing/2014/main" id="{9AD54FF4-7D26-28BA-9D6F-7ACB679EB173}"/>
              </a:ext>
            </a:extLst>
          </p:cNvPr>
          <p:cNvSpPr>
            <a:spLocks noGrp="1"/>
          </p:cNvSpPr>
          <p:nvPr>
            <p:ph idx="1"/>
          </p:nvPr>
        </p:nvSpPr>
        <p:spPr>
          <a:xfrm>
            <a:off x="6808241" y="260963"/>
            <a:ext cx="4048125" cy="3040343"/>
          </a:xfrm>
        </p:spPr>
        <p:txBody>
          <a:bodyPr>
            <a:normAutofit/>
          </a:bodyPr>
          <a:lstStyle/>
          <a:p>
            <a:pPr marL="0" indent="0" algn="just">
              <a:buNone/>
            </a:pPr>
            <a:r>
              <a:rPr lang="es-ES" sz="1600" dirty="0">
                <a:latin typeface="Helvetica Light"/>
              </a:rPr>
              <a:t>El </a:t>
            </a:r>
            <a:r>
              <a:rPr lang="es-ES" sz="1600" b="1" dirty="0" err="1">
                <a:latin typeface="Helvetica Light"/>
              </a:rPr>
              <a:t>silhouette</a:t>
            </a:r>
            <a:r>
              <a:rPr lang="es-ES" sz="1600" b="1" dirty="0">
                <a:latin typeface="Helvetica Light"/>
              </a:rPr>
              <a:t> score</a:t>
            </a:r>
            <a:r>
              <a:rPr lang="es-ES" sz="1600" dirty="0">
                <a:latin typeface="Helvetica Light"/>
              </a:rPr>
              <a:t> mide qué tan bien están separados los grupos (</a:t>
            </a:r>
            <a:r>
              <a:rPr lang="es-ES" sz="1600" dirty="0" err="1">
                <a:latin typeface="Helvetica Light"/>
              </a:rPr>
              <a:t>clusters</a:t>
            </a:r>
            <a:r>
              <a:rPr lang="es-ES" sz="1600" dirty="0">
                <a:latin typeface="Helvetica Light"/>
              </a:rPr>
              <a:t>) formados por el algoritmo de </a:t>
            </a:r>
            <a:r>
              <a:rPr lang="es-ES" sz="1600" dirty="0" err="1">
                <a:latin typeface="Helvetica Light"/>
              </a:rPr>
              <a:t>clustering</a:t>
            </a:r>
            <a:r>
              <a:rPr lang="es-ES" sz="1600" dirty="0">
                <a:latin typeface="Helvetica Light"/>
              </a:rPr>
              <a:t>.</a:t>
            </a:r>
            <a:br>
              <a:rPr lang="es-ES" sz="1600" dirty="0">
                <a:latin typeface="Helvetica Light"/>
              </a:rPr>
            </a:br>
            <a:r>
              <a:rPr lang="es-ES" sz="1600" dirty="0">
                <a:latin typeface="Helvetica Light"/>
              </a:rPr>
              <a:t>Su valor va de -1 a 1.</a:t>
            </a:r>
          </a:p>
          <a:p>
            <a:pPr marL="0" indent="0" algn="just">
              <a:buNone/>
            </a:pPr>
            <a:r>
              <a:rPr lang="es-MX" sz="1600" dirty="0">
                <a:latin typeface="Helvetica Light"/>
              </a:rPr>
              <a:t>Este ayuda a tomar elección del número de </a:t>
            </a:r>
            <a:r>
              <a:rPr lang="es-MX" sz="1600" dirty="0" err="1">
                <a:latin typeface="Helvetica Light"/>
              </a:rPr>
              <a:t>clusters</a:t>
            </a:r>
            <a:r>
              <a:rPr lang="es-MX" sz="1600" dirty="0">
                <a:latin typeface="Helvetica Light"/>
              </a:rPr>
              <a:t> a aplicar para el modelo de </a:t>
            </a:r>
            <a:r>
              <a:rPr lang="es-MX" sz="1600" dirty="0" err="1">
                <a:latin typeface="Helvetica Light"/>
              </a:rPr>
              <a:t>Kmeans</a:t>
            </a:r>
            <a:r>
              <a:rPr lang="es-MX" sz="1600" dirty="0">
                <a:latin typeface="Helvetica Light"/>
              </a:rPr>
              <a:t>, el cual es evidente en este caso sería 4.</a:t>
            </a:r>
            <a:endParaRPr lang="es-ES" sz="1600" dirty="0">
              <a:latin typeface="Helvetica Light"/>
            </a:endParaRPr>
          </a:p>
        </p:txBody>
      </p:sp>
      <p:sp>
        <p:nvSpPr>
          <p:cNvPr id="28" name="Rectangle 27">
            <a:extLst>
              <a:ext uri="{FF2B5EF4-FFF2-40B4-BE49-F238E27FC236}">
                <a16:creationId xmlns:a16="http://schemas.microsoft.com/office/drawing/2014/main" id="{B976FD44-391B-4243-8035-CEE0AB037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Imagen 12">
            <a:extLst>
              <a:ext uri="{FF2B5EF4-FFF2-40B4-BE49-F238E27FC236}">
                <a16:creationId xmlns:a16="http://schemas.microsoft.com/office/drawing/2014/main" id="{6039893C-51EF-74CC-5FD9-11B32FE54C06}"/>
              </a:ext>
            </a:extLst>
          </p:cNvPr>
          <p:cNvPicPr>
            <a:picLocks noChangeAspect="1"/>
          </p:cNvPicPr>
          <p:nvPr/>
        </p:nvPicPr>
        <p:blipFill>
          <a:blip r:embed="rId6"/>
          <a:stretch>
            <a:fillRect/>
          </a:stretch>
        </p:blipFill>
        <p:spPr>
          <a:xfrm>
            <a:off x="1162049" y="263681"/>
            <a:ext cx="5410200" cy="3040343"/>
          </a:xfrm>
          <a:prstGeom prst="rect">
            <a:avLst/>
          </a:prstGeom>
        </p:spPr>
      </p:pic>
      <p:sp>
        <p:nvSpPr>
          <p:cNvPr id="14" name="Marcador de contenido 2">
            <a:extLst>
              <a:ext uri="{FF2B5EF4-FFF2-40B4-BE49-F238E27FC236}">
                <a16:creationId xmlns:a16="http://schemas.microsoft.com/office/drawing/2014/main" id="{5EA1569F-925A-FDAF-DEE6-FDD2F2187DD9}"/>
              </a:ext>
            </a:extLst>
          </p:cNvPr>
          <p:cNvSpPr txBox="1">
            <a:spLocks/>
          </p:cNvSpPr>
          <p:nvPr/>
        </p:nvSpPr>
        <p:spPr>
          <a:xfrm>
            <a:off x="6808242" y="3304024"/>
            <a:ext cx="4048125" cy="3040343"/>
          </a:xfrm>
          <a:prstGeom prst="rect">
            <a:avLst/>
          </a:prstGeom>
        </p:spPr>
        <p:txBody>
          <a:bodyPr vert="horz" lIns="91440" tIns="45720" rIns="91440" bIns="45720" rtlCol="0" anchor="ctr">
            <a:normAutofit/>
          </a:bodyPr>
          <a:lst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a:lstStyle>
          <a:p>
            <a:pPr marL="0" indent="0" algn="just">
              <a:buFont typeface="Wingdings" panose="05000000000000000000" pitchFamily="2" charset="2"/>
              <a:buNone/>
            </a:pPr>
            <a:r>
              <a:rPr lang="es-MX" sz="1600" dirty="0">
                <a:latin typeface="Helvetica Light"/>
              </a:rPr>
              <a:t>Los </a:t>
            </a:r>
            <a:r>
              <a:rPr lang="es-MX" sz="1600" dirty="0" err="1">
                <a:latin typeface="Helvetica Light"/>
              </a:rPr>
              <a:t>Kmeans</a:t>
            </a:r>
            <a:r>
              <a:rPr lang="es-MX" sz="1600" dirty="0">
                <a:latin typeface="Helvetica Light"/>
              </a:rPr>
              <a:t> son el algoritmo que nos ayudará a dividir y seccionar los datos, a través de los </a:t>
            </a:r>
            <a:r>
              <a:rPr lang="es-MX" sz="1600" dirty="0" err="1">
                <a:latin typeface="Helvetica Light"/>
              </a:rPr>
              <a:t>clusters</a:t>
            </a:r>
            <a:r>
              <a:rPr lang="es-MX" sz="1600" dirty="0">
                <a:latin typeface="Helvetica Light"/>
              </a:rPr>
              <a:t> los cuales nos harán minimizar la distancia de separación entre los datos. En esta data se aplica sobre una agrupación de municipios, haciendo ver zonas o etapas en las que los </a:t>
            </a:r>
            <a:r>
              <a:rPr lang="es-MX" sz="1600" dirty="0" err="1">
                <a:latin typeface="Helvetica Light"/>
              </a:rPr>
              <a:t>compartamientos</a:t>
            </a:r>
            <a:r>
              <a:rPr lang="es-MX" sz="1600" dirty="0">
                <a:latin typeface="Helvetica Light"/>
              </a:rPr>
              <a:t> e incidencias delictivas pueden tener un aumento o son similares entre sus cifras.</a:t>
            </a:r>
            <a:endParaRPr lang="es-ES" sz="1600" dirty="0">
              <a:latin typeface="Helvetica Light"/>
            </a:endParaRPr>
          </a:p>
        </p:txBody>
      </p:sp>
    </p:spTree>
    <p:extLst>
      <p:ext uri="{BB962C8B-B14F-4D97-AF65-F5344CB8AC3E}">
        <p14:creationId xmlns:p14="http://schemas.microsoft.com/office/powerpoint/2010/main" val="208000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0B5C23F-C377-8B5A-5C08-58BB64F307E8}"/>
              </a:ext>
            </a:extLst>
          </p:cNvPr>
          <p:cNvSpPr>
            <a:spLocks noGrp="1"/>
          </p:cNvSpPr>
          <p:nvPr>
            <p:ph idx="1"/>
          </p:nvPr>
        </p:nvSpPr>
        <p:spPr>
          <a:xfrm>
            <a:off x="1408636" y="285750"/>
            <a:ext cx="9323294" cy="2590800"/>
          </a:xfrm>
        </p:spPr>
        <p:txBody>
          <a:bodyPr>
            <a:normAutofit fontScale="92500" lnSpcReduction="20000"/>
          </a:bodyPr>
          <a:lstStyle/>
          <a:p>
            <a:pPr marL="0" indent="0" algn="just">
              <a:buNone/>
            </a:pPr>
            <a:r>
              <a:rPr lang="es-MX" sz="1600" dirty="0">
                <a:latin typeface="Helvetica Light"/>
              </a:rPr>
              <a:t>Tras realizar el uso del modelo y el procesamiento de los datos para interpretarlos, estos se distribuyeron en el segundo clúster con una mayor cantidad de incidencias.</a:t>
            </a:r>
          </a:p>
          <a:p>
            <a:pPr marL="0" indent="0" algn="just">
              <a:buNone/>
            </a:pPr>
            <a:r>
              <a:rPr lang="es-MX" sz="1600" dirty="0">
                <a:latin typeface="Helvetica Light"/>
              </a:rPr>
              <a:t>Los resultados indican que bajo modelos predictivos, los tres estados con mayor riesgo de robos vehiculares corresponden a los siguientes:</a:t>
            </a:r>
          </a:p>
          <a:p>
            <a:pPr marL="457200" indent="-457200" algn="just">
              <a:buAutoNum type="arabicPeriod"/>
            </a:pPr>
            <a:r>
              <a:rPr lang="es-MX" sz="1600" dirty="0">
                <a:latin typeface="Helvetica Light"/>
              </a:rPr>
              <a:t>Baja California</a:t>
            </a:r>
          </a:p>
          <a:p>
            <a:pPr marL="457200" indent="-457200" algn="just">
              <a:buAutoNum type="arabicPeriod"/>
            </a:pPr>
            <a:r>
              <a:rPr lang="es-MX" sz="1600" dirty="0">
                <a:latin typeface="Helvetica Light"/>
              </a:rPr>
              <a:t>Estado De México</a:t>
            </a:r>
          </a:p>
          <a:p>
            <a:pPr marL="457200" indent="-457200" algn="just">
              <a:buAutoNum type="arabicPeriod"/>
            </a:pPr>
            <a:r>
              <a:rPr lang="es-MX" sz="1600" dirty="0">
                <a:latin typeface="Helvetica Light"/>
              </a:rPr>
              <a:t>Jalisco</a:t>
            </a:r>
          </a:p>
        </p:txBody>
      </p:sp>
      <p:pic>
        <p:nvPicPr>
          <p:cNvPr id="7" name="Imagen 6">
            <a:extLst>
              <a:ext uri="{FF2B5EF4-FFF2-40B4-BE49-F238E27FC236}">
                <a16:creationId xmlns:a16="http://schemas.microsoft.com/office/drawing/2014/main" id="{5438B1EF-3379-4778-B362-79CA39CC5054}"/>
              </a:ext>
            </a:extLst>
          </p:cNvPr>
          <p:cNvPicPr>
            <a:picLocks noChangeAspect="1"/>
          </p:cNvPicPr>
          <p:nvPr/>
        </p:nvPicPr>
        <p:blipFill>
          <a:blip r:embed="rId2"/>
          <a:stretch>
            <a:fillRect/>
          </a:stretch>
        </p:blipFill>
        <p:spPr>
          <a:xfrm>
            <a:off x="1275286" y="3028972"/>
            <a:ext cx="6011114" cy="3305636"/>
          </a:xfrm>
          <a:prstGeom prst="rect">
            <a:avLst/>
          </a:prstGeom>
        </p:spPr>
      </p:pic>
      <p:pic>
        <p:nvPicPr>
          <p:cNvPr id="9" name="Imagen 8">
            <a:extLst>
              <a:ext uri="{FF2B5EF4-FFF2-40B4-BE49-F238E27FC236}">
                <a16:creationId xmlns:a16="http://schemas.microsoft.com/office/drawing/2014/main" id="{FE3A0C46-6AC5-BAC1-E562-2A792735E341}"/>
              </a:ext>
            </a:extLst>
          </p:cNvPr>
          <p:cNvPicPr>
            <a:picLocks noChangeAspect="1"/>
          </p:cNvPicPr>
          <p:nvPr/>
        </p:nvPicPr>
        <p:blipFill>
          <a:blip r:embed="rId3"/>
          <a:stretch>
            <a:fillRect/>
          </a:stretch>
        </p:blipFill>
        <p:spPr>
          <a:xfrm>
            <a:off x="7630149" y="2876550"/>
            <a:ext cx="3153215" cy="3458058"/>
          </a:xfrm>
          <a:prstGeom prst="rect">
            <a:avLst/>
          </a:prstGeom>
        </p:spPr>
      </p:pic>
    </p:spTree>
    <p:extLst>
      <p:ext uri="{BB962C8B-B14F-4D97-AF65-F5344CB8AC3E}">
        <p14:creationId xmlns:p14="http://schemas.microsoft.com/office/powerpoint/2010/main" val="3015044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2" presetClass="emph" presetSubtype="0" fill="hold" nodeType="clickEffect">
                                  <p:stCondLst>
                                    <p:cond delay="0"/>
                                  </p:stCondLst>
                                  <p:childTnLst>
                                    <p:animRot by="120000">
                                      <p:cBhvr>
                                        <p:cTn id="11" dur="100" fill="hold">
                                          <p:stCondLst>
                                            <p:cond delay="0"/>
                                          </p:stCondLst>
                                        </p:cTn>
                                        <p:tgtEl>
                                          <p:spTgt spid="9"/>
                                        </p:tgtEl>
                                        <p:attrNameLst>
                                          <p:attrName>r</p:attrName>
                                        </p:attrNameLst>
                                      </p:cBhvr>
                                    </p:animRot>
                                    <p:animRot by="-240000">
                                      <p:cBhvr>
                                        <p:cTn id="12" dur="200" fill="hold">
                                          <p:stCondLst>
                                            <p:cond delay="200"/>
                                          </p:stCondLst>
                                        </p:cTn>
                                        <p:tgtEl>
                                          <p:spTgt spid="9"/>
                                        </p:tgtEl>
                                        <p:attrNameLst>
                                          <p:attrName>r</p:attrName>
                                        </p:attrNameLst>
                                      </p:cBhvr>
                                    </p:animRot>
                                    <p:animRot by="240000">
                                      <p:cBhvr>
                                        <p:cTn id="13" dur="200" fill="hold">
                                          <p:stCondLst>
                                            <p:cond delay="400"/>
                                          </p:stCondLst>
                                        </p:cTn>
                                        <p:tgtEl>
                                          <p:spTgt spid="9"/>
                                        </p:tgtEl>
                                        <p:attrNameLst>
                                          <p:attrName>r</p:attrName>
                                        </p:attrNameLst>
                                      </p:cBhvr>
                                    </p:animRot>
                                    <p:animRot by="-240000">
                                      <p:cBhvr>
                                        <p:cTn id="14" dur="200" fill="hold">
                                          <p:stCondLst>
                                            <p:cond delay="600"/>
                                          </p:stCondLst>
                                        </p:cTn>
                                        <p:tgtEl>
                                          <p:spTgt spid="9"/>
                                        </p:tgtEl>
                                        <p:attrNameLst>
                                          <p:attrName>r</p:attrName>
                                        </p:attrNameLst>
                                      </p:cBhvr>
                                    </p:animRot>
                                    <p:animRot by="120000">
                                      <p:cBhvr>
                                        <p:cTn id="15" dur="200" fill="hold">
                                          <p:stCondLst>
                                            <p:cond delay="800"/>
                                          </p:stCondLst>
                                        </p:cTn>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3" name="Rectangle 35">
            <a:extLst>
              <a:ext uri="{FF2B5EF4-FFF2-40B4-BE49-F238E27FC236}">
                <a16:creationId xmlns:a16="http://schemas.microsoft.com/office/drawing/2014/main" id="{3FAD17B9-9E6C-4DD1-9728-97B5E5FCCA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Rectangle 37">
            <a:extLst>
              <a:ext uri="{FF2B5EF4-FFF2-40B4-BE49-F238E27FC236}">
                <a16:creationId xmlns:a16="http://schemas.microsoft.com/office/drawing/2014/main" id="{D7AC3F90-A588-42FF-B41D-062A8D91B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olígrafo situado en la parte superior de una línea de firma">
            <a:extLst>
              <a:ext uri="{FF2B5EF4-FFF2-40B4-BE49-F238E27FC236}">
                <a16:creationId xmlns:a16="http://schemas.microsoft.com/office/drawing/2014/main" id="{50DFF35C-C0F1-E136-1D3D-CE30BC402BE4}"/>
              </a:ext>
            </a:extLst>
          </p:cNvPr>
          <p:cNvPicPr>
            <a:picLocks noChangeAspect="1"/>
          </p:cNvPicPr>
          <p:nvPr/>
        </p:nvPicPr>
        <p:blipFill>
          <a:blip r:embed="rId2">
            <a:duotone>
              <a:schemeClr val="bg2">
                <a:shade val="45000"/>
                <a:satMod val="135000"/>
              </a:schemeClr>
              <a:prstClr val="white"/>
            </a:duotone>
            <a:alphaModFix amt="25000"/>
          </a:blip>
          <a:srcRect r="-1" b="15728"/>
          <a:stretch>
            <a:fillRect/>
          </a:stretch>
        </p:blipFill>
        <p:spPr>
          <a:xfrm>
            <a:off x="153" y="10"/>
            <a:ext cx="12191695" cy="6857990"/>
          </a:xfrm>
          <a:prstGeom prst="rect">
            <a:avLst/>
          </a:prstGeom>
        </p:spPr>
      </p:pic>
      <p:pic>
        <p:nvPicPr>
          <p:cNvPr id="35" name="Picture 39">
            <a:extLst>
              <a:ext uri="{FF2B5EF4-FFF2-40B4-BE49-F238E27FC236}">
                <a16:creationId xmlns:a16="http://schemas.microsoft.com/office/drawing/2014/main" id="{015AB904-4FB7-4A0D-B43E-03ACF05E14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2" name="Título 1">
            <a:extLst>
              <a:ext uri="{FF2B5EF4-FFF2-40B4-BE49-F238E27FC236}">
                <a16:creationId xmlns:a16="http://schemas.microsoft.com/office/drawing/2014/main" id="{D52CA234-7ECD-F195-B60D-E9CAEEF89385}"/>
              </a:ext>
            </a:extLst>
          </p:cNvPr>
          <p:cNvSpPr>
            <a:spLocks noGrp="1"/>
          </p:cNvSpPr>
          <p:nvPr>
            <p:ph type="title"/>
          </p:nvPr>
        </p:nvSpPr>
        <p:spPr>
          <a:xfrm>
            <a:off x="1230087" y="272151"/>
            <a:ext cx="4757820" cy="590530"/>
          </a:xfrm>
        </p:spPr>
        <p:txBody>
          <a:bodyPr vert="horz" lIns="91440" tIns="45720" rIns="91440" bIns="45720" rtlCol="0" anchor="t">
            <a:normAutofit/>
          </a:bodyPr>
          <a:lstStyle/>
          <a:p>
            <a:pPr algn="l"/>
            <a:r>
              <a:rPr lang="en-US" sz="3600" dirty="0" err="1">
                <a:effectLst>
                  <a:outerShdw blurRad="38100" dist="38100" dir="2700000" algn="tl">
                    <a:srgbClr val="000000">
                      <a:alpha val="43137"/>
                    </a:srgbClr>
                  </a:outerShdw>
                </a:effectLst>
                <a:latin typeface="Corbel" panose="020B0503020204020204" pitchFamily="34" charset="0"/>
              </a:rPr>
              <a:t>Conclusiones</a:t>
            </a:r>
            <a:r>
              <a:rPr lang="en-US" sz="3600" dirty="0">
                <a:effectLst>
                  <a:outerShdw blurRad="38100" dist="38100" dir="2700000" algn="tl">
                    <a:srgbClr val="000000">
                      <a:alpha val="43137"/>
                    </a:srgbClr>
                  </a:outerShdw>
                </a:effectLst>
                <a:latin typeface="Corbel" panose="020B0503020204020204" pitchFamily="34" charset="0"/>
              </a:rPr>
              <a:t> </a:t>
            </a:r>
            <a:r>
              <a:rPr lang="en-US" sz="3600" dirty="0" err="1">
                <a:effectLst>
                  <a:outerShdw blurRad="38100" dist="38100" dir="2700000" algn="tl">
                    <a:srgbClr val="000000">
                      <a:alpha val="43137"/>
                    </a:srgbClr>
                  </a:outerShdw>
                </a:effectLst>
                <a:latin typeface="Corbel" panose="020B0503020204020204" pitchFamily="34" charset="0"/>
              </a:rPr>
              <a:t>generales</a:t>
            </a:r>
            <a:endParaRPr lang="en-US" sz="3600" dirty="0">
              <a:effectLst>
                <a:outerShdw blurRad="38100" dist="38100" dir="2700000" algn="tl">
                  <a:srgbClr val="000000">
                    <a:alpha val="43137"/>
                  </a:srgbClr>
                </a:outerShdw>
              </a:effectLst>
              <a:latin typeface="Corbel" panose="020B0503020204020204" pitchFamily="34" charset="0"/>
            </a:endParaRPr>
          </a:p>
        </p:txBody>
      </p:sp>
      <p:sp>
        <p:nvSpPr>
          <p:cNvPr id="37" name="Rectangle 41">
            <a:extLst>
              <a:ext uri="{FF2B5EF4-FFF2-40B4-BE49-F238E27FC236}">
                <a16:creationId xmlns:a16="http://schemas.microsoft.com/office/drawing/2014/main" id="{E1AADF25-43E9-4DE0-AD82-4F6052319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43">
            <a:extLst>
              <a:ext uri="{FF2B5EF4-FFF2-40B4-BE49-F238E27FC236}">
                <a16:creationId xmlns:a16="http://schemas.microsoft.com/office/drawing/2014/main" id="{CBC2D515-EF3C-4E4E-8BC1-192B21E92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FFA4A53E-7105-338E-7924-754ACDBDD16A}"/>
              </a:ext>
            </a:extLst>
          </p:cNvPr>
          <p:cNvSpPr txBox="1"/>
          <p:nvPr/>
        </p:nvSpPr>
        <p:spPr>
          <a:xfrm>
            <a:off x="1230087" y="1129404"/>
            <a:ext cx="10774680" cy="5459155"/>
          </a:xfrm>
          <a:prstGeom prst="rect">
            <a:avLst/>
          </a:prstGeom>
        </p:spPr>
        <p:txBody>
          <a:bodyPr vert="horz" lIns="91440" tIns="45720" rIns="91440" bIns="45720" rtlCol="0" anchor="ctr">
            <a:normAutofit fontScale="92500" lnSpcReduction="20000"/>
          </a:bodyPr>
          <a:lstStyle/>
          <a:p>
            <a:pPr defTabSz="914400">
              <a:lnSpc>
                <a:spcPct val="120000"/>
              </a:lnSpc>
              <a:spcAft>
                <a:spcPts val="600"/>
              </a:spcAft>
              <a:buClr>
                <a:schemeClr val="accent6"/>
              </a:buClr>
              <a:buSzPct val="90000"/>
            </a:pPr>
            <a:r>
              <a:rPr lang="en-US" sz="1900" dirty="0">
                <a:latin typeface="Helvetica Light"/>
              </a:rPr>
              <a:t>En </a:t>
            </a:r>
            <a:r>
              <a:rPr lang="en-US" sz="1900" dirty="0" err="1">
                <a:latin typeface="Helvetica Light"/>
              </a:rPr>
              <a:t>este</a:t>
            </a:r>
            <a:r>
              <a:rPr lang="en-US" sz="1900" dirty="0">
                <a:latin typeface="Helvetica Light"/>
              </a:rPr>
              <a:t> </a:t>
            </a:r>
            <a:r>
              <a:rPr lang="en-US" sz="1900" dirty="0" err="1">
                <a:latin typeface="Helvetica Light"/>
              </a:rPr>
              <a:t>proyecto</a:t>
            </a:r>
            <a:r>
              <a:rPr lang="en-US" sz="1900" dirty="0">
                <a:latin typeface="Helvetica Light"/>
              </a:rPr>
              <a:t> se </a:t>
            </a:r>
            <a:r>
              <a:rPr lang="en-US" sz="1900" dirty="0" err="1">
                <a:latin typeface="Helvetica Light"/>
              </a:rPr>
              <a:t>realizó</a:t>
            </a:r>
            <a:r>
              <a:rPr lang="en-US" sz="1900" dirty="0">
                <a:latin typeface="Helvetica Light"/>
              </a:rPr>
              <a:t> un </a:t>
            </a:r>
            <a:r>
              <a:rPr lang="en-US" sz="1900" dirty="0" err="1">
                <a:latin typeface="Helvetica Light"/>
              </a:rPr>
              <a:t>grupo</a:t>
            </a:r>
            <a:r>
              <a:rPr lang="en-US" sz="1900" dirty="0">
                <a:latin typeface="Helvetica Light"/>
              </a:rPr>
              <a:t> de </a:t>
            </a:r>
            <a:r>
              <a:rPr lang="en-US" sz="1900" dirty="0" err="1">
                <a:latin typeface="Helvetica Light"/>
              </a:rPr>
              <a:t>procesos</a:t>
            </a:r>
            <a:r>
              <a:rPr lang="en-US" sz="1900" dirty="0">
                <a:latin typeface="Helvetica Light"/>
              </a:rPr>
              <a:t> que </a:t>
            </a:r>
            <a:r>
              <a:rPr lang="en-US" sz="1900" dirty="0" err="1">
                <a:latin typeface="Helvetica Light"/>
              </a:rPr>
              <a:t>ayudaron</a:t>
            </a:r>
            <a:r>
              <a:rPr lang="en-US" sz="1900" dirty="0">
                <a:latin typeface="Helvetica Light"/>
              </a:rPr>
              <a:t> al </a:t>
            </a:r>
            <a:r>
              <a:rPr lang="en-US" sz="1900" dirty="0" err="1">
                <a:latin typeface="Helvetica Light"/>
              </a:rPr>
              <a:t>procesamiento</a:t>
            </a:r>
            <a:r>
              <a:rPr lang="en-US" sz="1900" dirty="0">
                <a:latin typeface="Helvetica Light"/>
              </a:rPr>
              <a:t> y </a:t>
            </a:r>
            <a:r>
              <a:rPr lang="en-US" sz="1900" dirty="0" err="1">
                <a:latin typeface="Helvetica Light"/>
              </a:rPr>
              <a:t>transformación</a:t>
            </a:r>
            <a:r>
              <a:rPr lang="en-US" sz="1900" dirty="0">
                <a:latin typeface="Helvetica Light"/>
              </a:rPr>
              <a:t> de </a:t>
            </a:r>
            <a:r>
              <a:rPr lang="en-US" sz="1900" dirty="0" err="1">
                <a:latin typeface="Helvetica Light"/>
              </a:rPr>
              <a:t>datos</a:t>
            </a:r>
            <a:r>
              <a:rPr lang="en-US" sz="1900" dirty="0">
                <a:latin typeface="Helvetica Light"/>
              </a:rPr>
              <a:t> </a:t>
            </a:r>
            <a:r>
              <a:rPr lang="en-US" sz="1900" dirty="0" err="1">
                <a:latin typeface="Helvetica Light"/>
              </a:rPr>
              <a:t>sobre</a:t>
            </a:r>
            <a:r>
              <a:rPr lang="en-US" sz="1900" dirty="0">
                <a:latin typeface="Helvetica Light"/>
              </a:rPr>
              <a:t> </a:t>
            </a:r>
            <a:r>
              <a:rPr lang="en-US" sz="1900" dirty="0" err="1">
                <a:latin typeface="Helvetica Light"/>
              </a:rPr>
              <a:t>delitos</a:t>
            </a:r>
            <a:r>
              <a:rPr lang="en-US" sz="1900" dirty="0">
                <a:latin typeface="Helvetica Light"/>
              </a:rPr>
              <a:t> </a:t>
            </a:r>
            <a:r>
              <a:rPr lang="en-US" sz="1900" dirty="0" err="1">
                <a:latin typeface="Helvetica Light"/>
              </a:rPr>
              <a:t>vehiculares</a:t>
            </a:r>
            <a:r>
              <a:rPr lang="es-ES" sz="1900" dirty="0" err="1">
                <a:latin typeface="Helvetica Light"/>
              </a:rPr>
              <a:t>omenzando</a:t>
            </a:r>
            <a:r>
              <a:rPr lang="es-ES" sz="1900" dirty="0">
                <a:latin typeface="Helvetica Light"/>
              </a:rPr>
              <a:t> con la limpieza y transformación de los datos para asegurar su calidad y utilidad. Se eliminaron registros nulos y se agregaron variables relevantes, como la suma total de delitos por año y municipio, lo que permitió una visión más clara y estructurada del fenómeno delictivo,</a:t>
            </a:r>
            <a:r>
              <a:rPr lang="en-US" sz="1900" dirty="0">
                <a:latin typeface="Helvetica Light"/>
              </a:rPr>
              <a:t> que </a:t>
            </a:r>
            <a:r>
              <a:rPr lang="en-US" sz="1900" dirty="0" err="1">
                <a:latin typeface="Helvetica Light"/>
              </a:rPr>
              <a:t>podrá</a:t>
            </a:r>
            <a:r>
              <a:rPr lang="en-US" sz="1900" dirty="0">
                <a:latin typeface="Helvetica Light"/>
              </a:rPr>
              <a:t> </a:t>
            </a:r>
            <a:r>
              <a:rPr lang="en-US" sz="1900" dirty="0" err="1">
                <a:latin typeface="Helvetica Light"/>
              </a:rPr>
              <a:t>ayudar</a:t>
            </a:r>
            <a:r>
              <a:rPr lang="en-US" sz="1900" dirty="0">
                <a:latin typeface="Helvetica Light"/>
              </a:rPr>
              <a:t> a la </a:t>
            </a:r>
            <a:r>
              <a:rPr lang="en-US" sz="1900" dirty="0" err="1">
                <a:latin typeface="Helvetica Light"/>
              </a:rPr>
              <a:t>empresa</a:t>
            </a:r>
            <a:r>
              <a:rPr lang="en-US" sz="1900" dirty="0">
                <a:latin typeface="Helvetica Light"/>
              </a:rPr>
              <a:t> a </a:t>
            </a:r>
            <a:r>
              <a:rPr lang="en-US" sz="1900" dirty="0" err="1">
                <a:latin typeface="Helvetica Light"/>
              </a:rPr>
              <a:t>valorar</a:t>
            </a:r>
            <a:r>
              <a:rPr lang="en-US" sz="1900" dirty="0">
                <a:latin typeface="Helvetica Light"/>
              </a:rPr>
              <a:t> la </a:t>
            </a:r>
            <a:r>
              <a:rPr lang="en-US" sz="1900" dirty="0" err="1">
                <a:latin typeface="Helvetica Light"/>
              </a:rPr>
              <a:t>toma</a:t>
            </a:r>
            <a:r>
              <a:rPr lang="en-US" sz="1900" dirty="0">
                <a:latin typeface="Helvetica Light"/>
              </a:rPr>
              <a:t> de </a:t>
            </a:r>
            <a:r>
              <a:rPr lang="en-US" sz="1900" dirty="0" err="1">
                <a:latin typeface="Helvetica Light"/>
              </a:rPr>
              <a:t>medidas</a:t>
            </a:r>
            <a:r>
              <a:rPr lang="en-US" sz="1900" dirty="0">
                <a:latin typeface="Helvetica Light"/>
              </a:rPr>
              <a:t> para las </a:t>
            </a:r>
            <a:r>
              <a:rPr lang="en-US" sz="1900" dirty="0" err="1">
                <a:latin typeface="Helvetica Light"/>
              </a:rPr>
              <a:t>futuras</a:t>
            </a:r>
            <a:r>
              <a:rPr lang="en-US" sz="1900" dirty="0">
                <a:latin typeface="Helvetica Light"/>
              </a:rPr>
              <a:t> </a:t>
            </a:r>
            <a:r>
              <a:rPr lang="en-US" sz="1900" dirty="0" err="1">
                <a:latin typeface="Helvetica Light"/>
              </a:rPr>
              <a:t>ofertas</a:t>
            </a:r>
            <a:r>
              <a:rPr lang="en-US" sz="1900" dirty="0">
                <a:latin typeface="Helvetica Light"/>
              </a:rPr>
              <a:t> y </a:t>
            </a:r>
            <a:r>
              <a:rPr lang="en-US" sz="1900" dirty="0" err="1">
                <a:latin typeface="Helvetica Light"/>
              </a:rPr>
              <a:t>competitividad</a:t>
            </a:r>
            <a:r>
              <a:rPr lang="en-US" sz="1900" dirty="0">
                <a:latin typeface="Helvetica Light"/>
              </a:rPr>
              <a:t> que se </a:t>
            </a:r>
            <a:r>
              <a:rPr lang="en-US" sz="1900" dirty="0" err="1">
                <a:latin typeface="Helvetica Light"/>
              </a:rPr>
              <a:t>ofrecerá</a:t>
            </a:r>
            <a:r>
              <a:rPr lang="en-US" sz="1900" dirty="0">
                <a:latin typeface="Helvetica Light"/>
              </a:rPr>
              <a:t> </a:t>
            </a:r>
            <a:r>
              <a:rPr lang="en-US" sz="1900" dirty="0" err="1">
                <a:latin typeface="Helvetica Light"/>
              </a:rPr>
              <a:t>en</a:t>
            </a:r>
            <a:r>
              <a:rPr lang="en-US" sz="1900" dirty="0">
                <a:latin typeface="Helvetica Light"/>
              </a:rPr>
              <a:t> </a:t>
            </a:r>
            <a:r>
              <a:rPr lang="en-US" sz="1900" dirty="0" err="1">
                <a:latin typeface="Helvetica Light"/>
              </a:rPr>
              <a:t>el</a:t>
            </a:r>
            <a:r>
              <a:rPr lang="en-US" sz="1900" dirty="0">
                <a:latin typeface="Helvetica Light"/>
              </a:rPr>
              <a:t> mercado de </a:t>
            </a:r>
            <a:r>
              <a:rPr lang="en-US" sz="1900" dirty="0" err="1">
                <a:latin typeface="Helvetica Light"/>
              </a:rPr>
              <a:t>polizas</a:t>
            </a:r>
            <a:r>
              <a:rPr lang="en-US" sz="1900" dirty="0">
                <a:latin typeface="Helvetica Light"/>
              </a:rPr>
              <a:t> de </a:t>
            </a:r>
            <a:r>
              <a:rPr lang="en-US" sz="1900" dirty="0" err="1">
                <a:latin typeface="Helvetica Light"/>
              </a:rPr>
              <a:t>seguros</a:t>
            </a:r>
            <a:r>
              <a:rPr lang="en-US" sz="1900" dirty="0">
                <a:latin typeface="Helvetica Light"/>
              </a:rPr>
              <a:t>, para </a:t>
            </a:r>
            <a:r>
              <a:rPr lang="en-US" sz="1900" dirty="0" err="1">
                <a:latin typeface="Helvetica Light"/>
              </a:rPr>
              <a:t>protección</a:t>
            </a:r>
            <a:r>
              <a:rPr lang="en-US" sz="1900" dirty="0">
                <a:latin typeface="Helvetica Light"/>
              </a:rPr>
              <a:t> de </a:t>
            </a:r>
            <a:r>
              <a:rPr lang="en-US" sz="1900" dirty="0" err="1">
                <a:latin typeface="Helvetica Light"/>
              </a:rPr>
              <a:t>vehículos</a:t>
            </a:r>
            <a:r>
              <a:rPr lang="en-US" sz="1900" dirty="0">
                <a:latin typeface="Helvetica Light"/>
              </a:rPr>
              <a:t> </a:t>
            </a:r>
            <a:r>
              <a:rPr lang="en-US" sz="1900" dirty="0" err="1">
                <a:latin typeface="Helvetica Light"/>
              </a:rPr>
              <a:t>motorizados</a:t>
            </a:r>
            <a:r>
              <a:rPr lang="en-US" sz="1900" dirty="0">
                <a:latin typeface="Helvetica Light"/>
              </a:rPr>
              <a:t>.</a:t>
            </a:r>
          </a:p>
          <a:p>
            <a:pPr defTabSz="914400">
              <a:lnSpc>
                <a:spcPct val="120000"/>
              </a:lnSpc>
              <a:spcAft>
                <a:spcPts val="600"/>
              </a:spcAft>
              <a:buClr>
                <a:schemeClr val="accent6"/>
              </a:buClr>
              <a:buSzPct val="90000"/>
            </a:pPr>
            <a:endParaRPr lang="en-US" sz="1900" dirty="0">
              <a:latin typeface="Helvetica Light"/>
            </a:endParaRPr>
          </a:p>
          <a:p>
            <a:pPr defTabSz="914400">
              <a:lnSpc>
                <a:spcPct val="120000"/>
              </a:lnSpc>
              <a:spcAft>
                <a:spcPts val="600"/>
              </a:spcAft>
              <a:buClr>
                <a:schemeClr val="accent6"/>
              </a:buClr>
              <a:buSzPct val="90000"/>
            </a:pPr>
            <a:r>
              <a:rPr lang="en-US" sz="1900" dirty="0" err="1">
                <a:latin typeface="Helvetica Light"/>
              </a:rPr>
              <a:t>Tras</a:t>
            </a:r>
            <a:r>
              <a:rPr lang="en-US" sz="1900" dirty="0">
                <a:latin typeface="Helvetica Light"/>
              </a:rPr>
              <a:t> la </a:t>
            </a:r>
            <a:r>
              <a:rPr lang="en-US" sz="1900" dirty="0" err="1">
                <a:latin typeface="Helvetica Light"/>
              </a:rPr>
              <a:t>aplicación</a:t>
            </a:r>
            <a:r>
              <a:rPr lang="en-US" sz="1900" dirty="0">
                <a:latin typeface="Helvetica Light"/>
              </a:rPr>
              <a:t> de </a:t>
            </a:r>
            <a:r>
              <a:rPr lang="es-ES" sz="1900" dirty="0">
                <a:latin typeface="Helvetica Light"/>
              </a:rPr>
              <a:t>técnicas de análisis estadístico y modelos de machine </a:t>
            </a:r>
            <a:r>
              <a:rPr lang="es-ES" sz="1900" dirty="0" err="1">
                <a:latin typeface="Helvetica Light"/>
              </a:rPr>
              <a:t>learning</a:t>
            </a:r>
            <a:r>
              <a:rPr lang="es-ES" sz="1900" dirty="0">
                <a:latin typeface="Helvetica Light"/>
              </a:rPr>
              <a:t>, como las series de tiempo y el algoritmo </a:t>
            </a:r>
            <a:r>
              <a:rPr lang="es-ES" sz="1900" dirty="0" err="1">
                <a:latin typeface="Helvetica Light"/>
              </a:rPr>
              <a:t>KMeans</a:t>
            </a:r>
            <a:r>
              <a:rPr lang="es-ES" sz="1900" dirty="0">
                <a:latin typeface="Helvetica Light"/>
              </a:rPr>
              <a:t>. Las series de tiempo permitieron identificar tendencias y patrones estacionales en los robos de vehículos, facilitando la predicción de posibles incrementos en delitos y la anticipación de riesgos, lo cual nos ayuda a </a:t>
            </a:r>
            <a:r>
              <a:rPr lang="en-US" sz="1900" dirty="0" err="1">
                <a:latin typeface="Helvetica Light"/>
              </a:rPr>
              <a:t>tener</a:t>
            </a:r>
            <a:r>
              <a:rPr lang="en-US" sz="1900" dirty="0">
                <a:latin typeface="Helvetica Light"/>
              </a:rPr>
              <a:t> </a:t>
            </a:r>
            <a:r>
              <a:rPr lang="en-US" sz="1900" dirty="0" err="1">
                <a:latin typeface="Helvetica Light"/>
              </a:rPr>
              <a:t>una</a:t>
            </a:r>
            <a:r>
              <a:rPr lang="en-US" sz="1900" dirty="0">
                <a:latin typeface="Helvetica Light"/>
              </a:rPr>
              <a:t> </a:t>
            </a:r>
            <a:r>
              <a:rPr lang="en-US" sz="1900" dirty="0" err="1">
                <a:latin typeface="Helvetica Light"/>
              </a:rPr>
              <a:t>mejor</a:t>
            </a:r>
            <a:r>
              <a:rPr lang="en-US" sz="1900" dirty="0">
                <a:latin typeface="Helvetica Light"/>
              </a:rPr>
              <a:t> </a:t>
            </a:r>
            <a:r>
              <a:rPr lang="en-US" sz="1900" dirty="0" err="1">
                <a:latin typeface="Helvetica Light"/>
              </a:rPr>
              <a:t>visión</a:t>
            </a:r>
            <a:r>
              <a:rPr lang="en-US" sz="1900" dirty="0">
                <a:latin typeface="Helvetica Light"/>
              </a:rPr>
              <a:t> de </a:t>
            </a:r>
            <a:r>
              <a:rPr lang="en-US" sz="1900" dirty="0" err="1">
                <a:latin typeface="Helvetica Light"/>
              </a:rPr>
              <a:t>comprensión</a:t>
            </a:r>
            <a:r>
              <a:rPr lang="en-US" sz="1900" dirty="0">
                <a:latin typeface="Helvetica Light"/>
              </a:rPr>
              <a:t> </a:t>
            </a:r>
            <a:r>
              <a:rPr lang="en-US" sz="1900" dirty="0" err="1">
                <a:latin typeface="Helvetica Light"/>
              </a:rPr>
              <a:t>sobre</a:t>
            </a:r>
            <a:r>
              <a:rPr lang="en-US" sz="1900" dirty="0">
                <a:latin typeface="Helvetica Light"/>
              </a:rPr>
              <a:t> </a:t>
            </a:r>
            <a:r>
              <a:rPr lang="en-US" sz="1900" dirty="0" err="1">
                <a:latin typeface="Helvetica Light"/>
              </a:rPr>
              <a:t>los</a:t>
            </a:r>
            <a:r>
              <a:rPr lang="en-US" sz="1900" dirty="0">
                <a:latin typeface="Helvetica Light"/>
              </a:rPr>
              <a:t> </a:t>
            </a:r>
            <a:r>
              <a:rPr lang="en-US" sz="1900" dirty="0" err="1">
                <a:latin typeface="Helvetica Light"/>
              </a:rPr>
              <a:t>riesgos</a:t>
            </a:r>
            <a:r>
              <a:rPr lang="en-US" sz="1900" dirty="0">
                <a:latin typeface="Helvetica Light"/>
              </a:rPr>
              <a:t> que </a:t>
            </a:r>
            <a:r>
              <a:rPr lang="en-US" sz="1900" dirty="0" err="1">
                <a:latin typeface="Helvetica Light"/>
              </a:rPr>
              <a:t>conllevan</a:t>
            </a:r>
            <a:r>
              <a:rPr lang="en-US" sz="1900" dirty="0">
                <a:latin typeface="Helvetica Light"/>
              </a:rPr>
              <a:t> </a:t>
            </a:r>
            <a:r>
              <a:rPr lang="en-US" sz="1900" dirty="0" err="1">
                <a:latin typeface="Helvetica Light"/>
              </a:rPr>
              <a:t>hacer</a:t>
            </a:r>
            <a:r>
              <a:rPr lang="en-US" sz="1900" dirty="0">
                <a:latin typeface="Helvetica Light"/>
              </a:rPr>
              <a:t> </a:t>
            </a:r>
            <a:r>
              <a:rPr lang="en-US" sz="1900" dirty="0" err="1">
                <a:latin typeface="Helvetica Light"/>
              </a:rPr>
              <a:t>uso</a:t>
            </a:r>
            <a:r>
              <a:rPr lang="en-US" sz="1900" dirty="0">
                <a:latin typeface="Helvetica Light"/>
              </a:rPr>
              <a:t> y </a:t>
            </a:r>
            <a:r>
              <a:rPr lang="en-US" sz="1900" dirty="0" err="1">
                <a:latin typeface="Helvetica Light"/>
              </a:rPr>
              <a:t>propiedad</a:t>
            </a:r>
            <a:r>
              <a:rPr lang="en-US" sz="1900" dirty="0">
                <a:latin typeface="Helvetica Light"/>
              </a:rPr>
              <a:t> de un </a:t>
            </a:r>
            <a:r>
              <a:rPr lang="en-US" sz="1900" dirty="0" err="1">
                <a:latin typeface="Helvetica Light"/>
              </a:rPr>
              <a:t>vehículo</a:t>
            </a:r>
            <a:r>
              <a:rPr lang="en-US" sz="1900" dirty="0">
                <a:latin typeface="Helvetica Light"/>
              </a:rPr>
              <a:t> </a:t>
            </a:r>
            <a:r>
              <a:rPr lang="en-US" sz="1900" dirty="0" err="1">
                <a:latin typeface="Helvetica Light"/>
              </a:rPr>
              <a:t>motorizado</a:t>
            </a:r>
            <a:r>
              <a:rPr lang="en-US" sz="1900" dirty="0">
                <a:latin typeface="Helvetica Light"/>
              </a:rPr>
              <a:t> </a:t>
            </a:r>
            <a:r>
              <a:rPr lang="en-US" sz="1900" dirty="0" err="1">
                <a:latin typeface="Helvetica Light"/>
              </a:rPr>
              <a:t>en</a:t>
            </a:r>
            <a:r>
              <a:rPr lang="en-US" sz="1900" dirty="0">
                <a:latin typeface="Helvetica Light"/>
              </a:rPr>
              <a:t> México. </a:t>
            </a:r>
          </a:p>
          <a:p>
            <a:pPr defTabSz="914400">
              <a:lnSpc>
                <a:spcPct val="120000"/>
              </a:lnSpc>
              <a:spcAft>
                <a:spcPts val="600"/>
              </a:spcAft>
              <a:buClr>
                <a:schemeClr val="accent6"/>
              </a:buClr>
              <a:buSzPct val="90000"/>
            </a:pPr>
            <a:endParaRPr lang="en-US" sz="1900" dirty="0">
              <a:latin typeface="Helvetica Light"/>
            </a:endParaRPr>
          </a:p>
          <a:p>
            <a:pPr defTabSz="914400">
              <a:lnSpc>
                <a:spcPct val="120000"/>
              </a:lnSpc>
              <a:spcAft>
                <a:spcPts val="600"/>
              </a:spcAft>
              <a:buClr>
                <a:schemeClr val="accent6"/>
              </a:buClr>
              <a:buSzPct val="90000"/>
            </a:pPr>
            <a:r>
              <a:rPr lang="en-US" sz="1900" dirty="0" err="1">
                <a:latin typeface="Helvetica Light"/>
              </a:rPr>
              <a:t>Desafortunadamente</a:t>
            </a:r>
            <a:r>
              <a:rPr lang="en-US" sz="1900" dirty="0">
                <a:latin typeface="Helvetica Light"/>
              </a:rPr>
              <a:t> la </a:t>
            </a:r>
            <a:r>
              <a:rPr lang="en-US" sz="1900" dirty="0" err="1">
                <a:latin typeface="Helvetica Light"/>
              </a:rPr>
              <a:t>situación</a:t>
            </a:r>
            <a:r>
              <a:rPr lang="en-US" sz="1900" dirty="0">
                <a:latin typeface="Helvetica Light"/>
              </a:rPr>
              <a:t> general se </a:t>
            </a:r>
            <a:r>
              <a:rPr lang="en-US" sz="1900" dirty="0" err="1">
                <a:latin typeface="Helvetica Light"/>
              </a:rPr>
              <a:t>presta</a:t>
            </a:r>
            <a:r>
              <a:rPr lang="en-US" sz="1900" dirty="0">
                <a:latin typeface="Helvetica Light"/>
              </a:rPr>
              <a:t> para ser un </a:t>
            </a:r>
            <a:r>
              <a:rPr lang="en-US" sz="1900" dirty="0" err="1">
                <a:latin typeface="Helvetica Light"/>
              </a:rPr>
              <a:t>requisito</a:t>
            </a:r>
            <a:r>
              <a:rPr lang="en-US" sz="1900" dirty="0">
                <a:latin typeface="Helvetica Light"/>
              </a:rPr>
              <a:t> indispensable </a:t>
            </a:r>
            <a:r>
              <a:rPr lang="en-US" sz="1900" dirty="0" err="1">
                <a:latin typeface="Helvetica Light"/>
              </a:rPr>
              <a:t>poseer</a:t>
            </a:r>
            <a:r>
              <a:rPr lang="en-US" sz="1900" dirty="0">
                <a:latin typeface="Helvetica Light"/>
              </a:rPr>
              <a:t> </a:t>
            </a:r>
            <a:r>
              <a:rPr lang="en-US" sz="1900" dirty="0" err="1">
                <a:latin typeface="Helvetica Light"/>
              </a:rPr>
              <a:t>una</a:t>
            </a:r>
            <a:r>
              <a:rPr lang="en-US" sz="1900" dirty="0">
                <a:latin typeface="Helvetica Light"/>
              </a:rPr>
              <a:t> </a:t>
            </a:r>
            <a:r>
              <a:rPr lang="en-US" sz="1900" dirty="0" err="1">
                <a:latin typeface="Helvetica Light"/>
              </a:rPr>
              <a:t>poliza</a:t>
            </a:r>
            <a:r>
              <a:rPr lang="en-US" sz="1900" dirty="0">
                <a:latin typeface="Helvetica Light"/>
              </a:rPr>
              <a:t> de </a:t>
            </a:r>
            <a:r>
              <a:rPr lang="en-US" sz="1900" dirty="0" err="1">
                <a:latin typeface="Helvetica Light"/>
              </a:rPr>
              <a:t>seguro</a:t>
            </a:r>
            <a:r>
              <a:rPr lang="en-US" sz="1900" dirty="0">
                <a:latin typeface="Helvetica Light"/>
              </a:rPr>
              <a:t> que </a:t>
            </a:r>
            <a:r>
              <a:rPr lang="en-US" sz="1900" dirty="0" err="1">
                <a:latin typeface="Helvetica Light"/>
              </a:rPr>
              <a:t>nos</a:t>
            </a:r>
            <a:r>
              <a:rPr lang="en-US" sz="1900" dirty="0">
                <a:latin typeface="Helvetica Light"/>
              </a:rPr>
              <a:t> </a:t>
            </a:r>
            <a:r>
              <a:rPr lang="en-US" sz="1900" dirty="0" err="1">
                <a:latin typeface="Helvetica Light"/>
              </a:rPr>
              <a:t>proteja</a:t>
            </a:r>
            <a:r>
              <a:rPr lang="en-US" sz="1900" dirty="0">
                <a:latin typeface="Helvetica Light"/>
              </a:rPr>
              <a:t> contra </a:t>
            </a:r>
            <a:r>
              <a:rPr lang="en-US" sz="1900" dirty="0" err="1">
                <a:latin typeface="Helvetica Light"/>
              </a:rPr>
              <a:t>estos</a:t>
            </a:r>
            <a:r>
              <a:rPr lang="en-US" sz="1900" dirty="0">
                <a:latin typeface="Helvetica Light"/>
              </a:rPr>
              <a:t> </a:t>
            </a:r>
            <a:r>
              <a:rPr lang="en-US" sz="1900" dirty="0" err="1">
                <a:latin typeface="Helvetica Light"/>
              </a:rPr>
              <a:t>riesgos</a:t>
            </a:r>
            <a:r>
              <a:rPr lang="en-US" sz="1900" dirty="0">
                <a:latin typeface="Helvetica Light"/>
              </a:rPr>
              <a:t> tan </a:t>
            </a:r>
            <a:r>
              <a:rPr lang="en-US" sz="1900" dirty="0" err="1">
                <a:latin typeface="Helvetica Light"/>
              </a:rPr>
              <a:t>significativos</a:t>
            </a:r>
            <a:r>
              <a:rPr lang="en-US" sz="1900" dirty="0">
                <a:latin typeface="Helvetica Light"/>
              </a:rPr>
              <a:t> que </a:t>
            </a:r>
            <a:r>
              <a:rPr lang="en-US" sz="1900" dirty="0" err="1">
                <a:latin typeface="Helvetica Light"/>
              </a:rPr>
              <a:t>pueden</a:t>
            </a:r>
            <a:r>
              <a:rPr lang="en-US" sz="1900" dirty="0">
                <a:latin typeface="Helvetica Light"/>
              </a:rPr>
              <a:t> </a:t>
            </a:r>
            <a:r>
              <a:rPr lang="en-US" sz="1900" dirty="0" err="1">
                <a:latin typeface="Helvetica Light"/>
              </a:rPr>
              <a:t>tener</a:t>
            </a:r>
            <a:r>
              <a:rPr lang="en-US" sz="1900" dirty="0">
                <a:latin typeface="Helvetica Light"/>
              </a:rPr>
              <a:t> </a:t>
            </a:r>
            <a:r>
              <a:rPr lang="en-US" sz="1900" dirty="0" err="1">
                <a:latin typeface="Helvetica Light"/>
              </a:rPr>
              <a:t>impactos</a:t>
            </a:r>
            <a:r>
              <a:rPr lang="en-US" sz="1900" dirty="0">
                <a:latin typeface="Helvetica Light"/>
              </a:rPr>
              <a:t> </a:t>
            </a:r>
            <a:r>
              <a:rPr lang="en-US" sz="1900" dirty="0" err="1">
                <a:latin typeface="Helvetica Light"/>
              </a:rPr>
              <a:t>catastróficos</a:t>
            </a:r>
            <a:r>
              <a:rPr lang="en-US" sz="1900" dirty="0">
                <a:latin typeface="Helvetica Light"/>
              </a:rPr>
              <a:t> para </a:t>
            </a:r>
            <a:r>
              <a:rPr lang="en-US" sz="1900" dirty="0" err="1">
                <a:latin typeface="Helvetica Light"/>
              </a:rPr>
              <a:t>nuestra</a:t>
            </a:r>
            <a:r>
              <a:rPr lang="en-US" sz="1900" dirty="0">
                <a:latin typeface="Helvetica Light"/>
              </a:rPr>
              <a:t> </a:t>
            </a:r>
            <a:r>
              <a:rPr lang="en-US" sz="1900" dirty="0" err="1">
                <a:latin typeface="Helvetica Light"/>
              </a:rPr>
              <a:t>economía</a:t>
            </a:r>
            <a:r>
              <a:rPr lang="en-US" sz="1900" dirty="0">
                <a:latin typeface="Helvetica Light"/>
              </a:rPr>
              <a:t>. </a:t>
            </a:r>
            <a:r>
              <a:rPr lang="es-ES" sz="1900" dirty="0">
                <a:latin typeface="Helvetica Light"/>
              </a:rPr>
              <a:t>Este enfoque integral facilita la toma de decisiones informadas, tanto para autoridades como para aseguradoras, y demuestra la importancia de la gestión adecuada de datos en el análisis de fenómenos sociales complejos.</a:t>
            </a:r>
            <a:endParaRPr lang="en-US" sz="1900" dirty="0">
              <a:latin typeface="Helvetica Light"/>
            </a:endParaRPr>
          </a:p>
          <a:p>
            <a:pPr defTabSz="914400">
              <a:lnSpc>
                <a:spcPct val="120000"/>
              </a:lnSpc>
              <a:spcAft>
                <a:spcPts val="600"/>
              </a:spcAft>
              <a:buClr>
                <a:schemeClr val="accent6"/>
              </a:buClr>
              <a:buSzPct val="90000"/>
            </a:pPr>
            <a:endParaRPr lang="en-US" dirty="0"/>
          </a:p>
        </p:txBody>
      </p:sp>
    </p:spTree>
    <p:extLst>
      <p:ext uri="{BB962C8B-B14F-4D97-AF65-F5344CB8AC3E}">
        <p14:creationId xmlns:p14="http://schemas.microsoft.com/office/powerpoint/2010/main" val="1854810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down)">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wipe(down)">
                                      <p:cBhvr>
                                        <p:cTn id="1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FAD17B9-9E6C-4DD1-9728-97B5E5FCCA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D7AC3F90-A588-42FF-B41D-062A8D91B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Bolígrafo situado en la parte superior de una línea de firma">
            <a:extLst>
              <a:ext uri="{FF2B5EF4-FFF2-40B4-BE49-F238E27FC236}">
                <a16:creationId xmlns:a16="http://schemas.microsoft.com/office/drawing/2014/main" id="{4BE59ED2-E410-486F-E89B-19B1369D3D67}"/>
              </a:ext>
            </a:extLst>
          </p:cNvPr>
          <p:cNvPicPr>
            <a:picLocks noChangeAspect="1"/>
          </p:cNvPicPr>
          <p:nvPr/>
        </p:nvPicPr>
        <p:blipFill>
          <a:blip r:embed="rId2">
            <a:duotone>
              <a:schemeClr val="bg2">
                <a:shade val="45000"/>
                <a:satMod val="135000"/>
              </a:schemeClr>
              <a:prstClr val="white"/>
            </a:duotone>
            <a:alphaModFix amt="25000"/>
          </a:blip>
          <a:srcRect r="-1" b="15728"/>
          <a:stretch>
            <a:fillRect/>
          </a:stretch>
        </p:blipFill>
        <p:spPr>
          <a:xfrm>
            <a:off x="153" y="10"/>
            <a:ext cx="12191695" cy="6857990"/>
          </a:xfrm>
          <a:prstGeom prst="rect">
            <a:avLst/>
          </a:prstGeom>
        </p:spPr>
      </p:pic>
      <p:pic>
        <p:nvPicPr>
          <p:cNvPr id="13" name="Picture 12">
            <a:extLst>
              <a:ext uri="{FF2B5EF4-FFF2-40B4-BE49-F238E27FC236}">
                <a16:creationId xmlns:a16="http://schemas.microsoft.com/office/drawing/2014/main" id="{015AB904-4FB7-4A0D-B43E-03ACF05E14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tretch>
            <a:fillRect/>
          </a:stretch>
        </p:blipFill>
        <p:spPr>
          <a:xfrm>
            <a:off x="1067" y="0"/>
            <a:ext cx="12189867" cy="6858000"/>
          </a:xfrm>
          <a:prstGeom prst="rect">
            <a:avLst/>
          </a:prstGeom>
        </p:spPr>
      </p:pic>
      <p:sp>
        <p:nvSpPr>
          <p:cNvPr id="15" name="Rectangle 14">
            <a:extLst>
              <a:ext uri="{FF2B5EF4-FFF2-40B4-BE49-F238E27FC236}">
                <a16:creationId xmlns:a16="http://schemas.microsoft.com/office/drawing/2014/main" id="{E1AADF25-43E9-4DE0-AD82-4F6052319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C2D515-EF3C-4E4E-8BC1-192B21E92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B2EE3B3-0B26-86F1-65CE-2B6F763BCF90}"/>
              </a:ext>
            </a:extLst>
          </p:cNvPr>
          <p:cNvSpPr>
            <a:spLocks noGrp="1"/>
          </p:cNvSpPr>
          <p:nvPr>
            <p:ph idx="1"/>
          </p:nvPr>
        </p:nvSpPr>
        <p:spPr>
          <a:xfrm>
            <a:off x="1332408" y="1001486"/>
            <a:ext cx="10519957" cy="5587073"/>
          </a:xfrm>
        </p:spPr>
        <p:txBody>
          <a:bodyPr>
            <a:normAutofit fontScale="85000" lnSpcReduction="20000"/>
          </a:bodyPr>
          <a:lstStyle/>
          <a:p>
            <a:pPr marL="342900" indent="-342900">
              <a:lnSpc>
                <a:spcPct val="110000"/>
              </a:lnSpc>
              <a:buAutoNum type="arabicPeriod"/>
            </a:pPr>
            <a:r>
              <a:rPr lang="en-US" sz="2400" dirty="0">
                <a:latin typeface="Helvetica Light"/>
              </a:rPr>
              <a:t>Ajustar las </a:t>
            </a:r>
            <a:r>
              <a:rPr lang="en-US" sz="2400" dirty="0" err="1">
                <a:latin typeface="Helvetica Light"/>
              </a:rPr>
              <a:t>primas</a:t>
            </a:r>
            <a:r>
              <a:rPr lang="en-US" sz="2400" dirty="0">
                <a:latin typeface="Helvetica Light"/>
              </a:rPr>
              <a:t> de </a:t>
            </a:r>
            <a:r>
              <a:rPr lang="en-US" sz="2400" dirty="0" err="1">
                <a:latin typeface="Helvetica Light"/>
              </a:rPr>
              <a:t>costos</a:t>
            </a:r>
            <a:r>
              <a:rPr lang="en-US" sz="2400" dirty="0">
                <a:latin typeface="Helvetica Light"/>
              </a:rPr>
              <a:t> </a:t>
            </a:r>
            <a:r>
              <a:rPr lang="en-US" sz="2400" dirty="0" err="1">
                <a:latin typeface="Helvetica Light"/>
              </a:rPr>
              <a:t>por</a:t>
            </a:r>
            <a:r>
              <a:rPr lang="en-US" sz="2400" dirty="0">
                <a:latin typeface="Helvetica Light"/>
              </a:rPr>
              <a:t> </a:t>
            </a:r>
            <a:r>
              <a:rPr lang="en-US" sz="2400" dirty="0" err="1">
                <a:latin typeface="Helvetica Light"/>
              </a:rPr>
              <a:t>riesgo</a:t>
            </a:r>
            <a:r>
              <a:rPr lang="en-US" sz="2400" dirty="0">
                <a:latin typeface="Helvetica Light"/>
              </a:rPr>
              <a:t> </a:t>
            </a:r>
            <a:r>
              <a:rPr lang="en-US" sz="2400" dirty="0" err="1">
                <a:latin typeface="Helvetica Light"/>
              </a:rPr>
              <a:t>tomando</a:t>
            </a:r>
            <a:r>
              <a:rPr lang="en-US" sz="2400" dirty="0">
                <a:latin typeface="Helvetica Light"/>
              </a:rPr>
              <a:t> </a:t>
            </a:r>
            <a:r>
              <a:rPr lang="en-US" sz="2400" dirty="0" err="1">
                <a:latin typeface="Helvetica Light"/>
              </a:rPr>
              <a:t>en</a:t>
            </a:r>
            <a:r>
              <a:rPr lang="en-US" sz="2400" dirty="0">
                <a:latin typeface="Helvetica Light"/>
              </a:rPr>
              <a:t> </a:t>
            </a:r>
            <a:r>
              <a:rPr lang="en-US" sz="2400" dirty="0" err="1">
                <a:latin typeface="Helvetica Light"/>
              </a:rPr>
              <a:t>consideración</a:t>
            </a:r>
            <a:r>
              <a:rPr lang="en-US" sz="2400" dirty="0">
                <a:latin typeface="Helvetica Light"/>
              </a:rPr>
              <a:t> meses que </a:t>
            </a:r>
            <a:r>
              <a:rPr lang="en-US" sz="2400" dirty="0" err="1">
                <a:latin typeface="Helvetica Light"/>
              </a:rPr>
              <a:t>resultan</a:t>
            </a:r>
            <a:r>
              <a:rPr lang="en-US" sz="2400" dirty="0">
                <a:latin typeface="Helvetica Light"/>
              </a:rPr>
              <a:t> </a:t>
            </a:r>
            <a:r>
              <a:rPr lang="en-US" sz="2400" dirty="0" err="1">
                <a:latin typeface="Helvetica Light"/>
              </a:rPr>
              <a:t>críticos</a:t>
            </a:r>
            <a:r>
              <a:rPr lang="en-US" sz="2400" dirty="0">
                <a:latin typeface="Helvetica Light"/>
              </a:rPr>
              <a:t> ante la </a:t>
            </a:r>
            <a:r>
              <a:rPr lang="en-US" sz="2400" dirty="0" err="1">
                <a:latin typeface="Helvetica Light"/>
              </a:rPr>
              <a:t>delicuencia</a:t>
            </a:r>
            <a:r>
              <a:rPr lang="en-US" sz="2400" dirty="0">
                <a:latin typeface="Helvetica Light"/>
              </a:rPr>
              <a:t> (</a:t>
            </a:r>
            <a:r>
              <a:rPr lang="en-US" sz="2400" dirty="0" err="1">
                <a:latin typeface="Helvetica Light"/>
              </a:rPr>
              <a:t>especialmente</a:t>
            </a:r>
            <a:r>
              <a:rPr lang="en-US" sz="2400" dirty="0">
                <a:latin typeface="Helvetica Light"/>
              </a:rPr>
              <a:t> </a:t>
            </a:r>
            <a:r>
              <a:rPr lang="en-US" sz="2400" dirty="0" err="1">
                <a:latin typeface="Helvetica Light"/>
              </a:rPr>
              <a:t>enero</a:t>
            </a:r>
            <a:r>
              <a:rPr lang="en-US" sz="2400" dirty="0">
                <a:latin typeface="Helvetica Light"/>
              </a:rPr>
              <a:t> y </a:t>
            </a:r>
            <a:r>
              <a:rPr lang="en-US" sz="2400" dirty="0" err="1">
                <a:latin typeface="Helvetica Light"/>
              </a:rPr>
              <a:t>diciembre</a:t>
            </a:r>
            <a:r>
              <a:rPr lang="en-US" sz="2400" dirty="0">
                <a:latin typeface="Helvetica Light"/>
              </a:rPr>
              <a:t>).</a:t>
            </a:r>
          </a:p>
          <a:p>
            <a:pPr marL="342900" indent="-342900">
              <a:lnSpc>
                <a:spcPct val="110000"/>
              </a:lnSpc>
              <a:buAutoNum type="arabicPeriod"/>
            </a:pPr>
            <a:r>
              <a:rPr lang="en-US" sz="2400" dirty="0" err="1">
                <a:latin typeface="Helvetica Light"/>
              </a:rPr>
              <a:t>Prevención</a:t>
            </a:r>
            <a:r>
              <a:rPr lang="en-US" sz="2400" dirty="0">
                <a:latin typeface="Helvetica Light"/>
              </a:rPr>
              <a:t> y </a:t>
            </a:r>
            <a:r>
              <a:rPr lang="en-US" sz="2400" dirty="0" err="1">
                <a:latin typeface="Helvetica Light"/>
              </a:rPr>
              <a:t>educación</a:t>
            </a:r>
            <a:r>
              <a:rPr lang="en-US" sz="2400" dirty="0">
                <a:latin typeface="Helvetica Light"/>
              </a:rPr>
              <a:t> al </a:t>
            </a:r>
            <a:r>
              <a:rPr lang="en-US" sz="2400" dirty="0" err="1">
                <a:latin typeface="Helvetica Light"/>
              </a:rPr>
              <a:t>cliente</a:t>
            </a:r>
            <a:r>
              <a:rPr lang="en-US" sz="2400" dirty="0">
                <a:latin typeface="Helvetica Light"/>
              </a:rPr>
              <a:t> </a:t>
            </a:r>
            <a:r>
              <a:rPr lang="en-US" sz="2400" dirty="0" err="1">
                <a:latin typeface="Helvetica Light"/>
              </a:rPr>
              <a:t>resulta</a:t>
            </a:r>
            <a:r>
              <a:rPr lang="en-US" sz="2400" dirty="0">
                <a:latin typeface="Helvetica Light"/>
              </a:rPr>
              <a:t> fundamental para que </a:t>
            </a:r>
            <a:r>
              <a:rPr lang="en-US" sz="2400" dirty="0" err="1">
                <a:latin typeface="Helvetica Light"/>
              </a:rPr>
              <a:t>este</a:t>
            </a:r>
            <a:r>
              <a:rPr lang="en-US" sz="2400" dirty="0">
                <a:latin typeface="Helvetica Light"/>
              </a:rPr>
              <a:t> </a:t>
            </a:r>
            <a:r>
              <a:rPr lang="en-US" sz="2400" dirty="0" err="1">
                <a:latin typeface="Helvetica Light"/>
              </a:rPr>
              <a:t>pueda</a:t>
            </a:r>
            <a:r>
              <a:rPr lang="en-US" sz="2400" dirty="0">
                <a:latin typeface="Helvetica Light"/>
              </a:rPr>
              <a:t> </a:t>
            </a:r>
            <a:r>
              <a:rPr lang="en-US" sz="2400" dirty="0" err="1">
                <a:latin typeface="Helvetica Light"/>
              </a:rPr>
              <a:t>comprender</a:t>
            </a:r>
            <a:r>
              <a:rPr lang="en-US" sz="2400" dirty="0">
                <a:latin typeface="Helvetica Light"/>
              </a:rPr>
              <a:t> con </a:t>
            </a:r>
            <a:r>
              <a:rPr lang="en-US" sz="2400" dirty="0" err="1">
                <a:latin typeface="Helvetica Light"/>
              </a:rPr>
              <a:t>buen</a:t>
            </a:r>
            <a:r>
              <a:rPr lang="en-US" sz="2400" dirty="0">
                <a:latin typeface="Helvetica Light"/>
              </a:rPr>
              <a:t> </a:t>
            </a:r>
            <a:r>
              <a:rPr lang="en-US" sz="2400" dirty="0" err="1">
                <a:latin typeface="Helvetica Light"/>
              </a:rPr>
              <a:t>razocinio</a:t>
            </a:r>
            <a:r>
              <a:rPr lang="en-US" sz="2400" dirty="0">
                <a:latin typeface="Helvetica Light"/>
              </a:rPr>
              <a:t> las </a:t>
            </a:r>
            <a:r>
              <a:rPr lang="en-US" sz="2400" dirty="0" err="1">
                <a:latin typeface="Helvetica Light"/>
              </a:rPr>
              <a:t>medidas</a:t>
            </a:r>
            <a:r>
              <a:rPr lang="en-US" sz="2400" dirty="0">
                <a:latin typeface="Helvetica Light"/>
              </a:rPr>
              <a:t> a </a:t>
            </a:r>
            <a:r>
              <a:rPr lang="en-US" sz="2400" dirty="0" err="1">
                <a:latin typeface="Helvetica Light"/>
              </a:rPr>
              <a:t>tomar</a:t>
            </a:r>
            <a:r>
              <a:rPr lang="en-US" sz="2400" dirty="0">
                <a:latin typeface="Helvetica Light"/>
              </a:rPr>
              <a:t> y la </a:t>
            </a:r>
            <a:r>
              <a:rPr lang="en-US" sz="2400" dirty="0" err="1">
                <a:latin typeface="Helvetica Light"/>
              </a:rPr>
              <a:t>importancia</a:t>
            </a:r>
            <a:r>
              <a:rPr lang="en-US" sz="2400" dirty="0">
                <a:latin typeface="Helvetica Light"/>
              </a:rPr>
              <a:t> de </a:t>
            </a:r>
            <a:r>
              <a:rPr lang="en-US" sz="2400" dirty="0" err="1">
                <a:latin typeface="Helvetica Light"/>
              </a:rPr>
              <a:t>adquirir</a:t>
            </a:r>
            <a:r>
              <a:rPr lang="en-US" sz="2400" dirty="0">
                <a:latin typeface="Helvetica Light"/>
              </a:rPr>
              <a:t> </a:t>
            </a:r>
            <a:r>
              <a:rPr lang="en-US" sz="2400" dirty="0" err="1">
                <a:latin typeface="Helvetica Light"/>
              </a:rPr>
              <a:t>el</a:t>
            </a:r>
            <a:r>
              <a:rPr lang="en-US" sz="2400" dirty="0">
                <a:latin typeface="Helvetica Light"/>
              </a:rPr>
              <a:t> </a:t>
            </a:r>
            <a:r>
              <a:rPr lang="en-US" sz="2400" dirty="0" err="1">
                <a:latin typeface="Helvetica Light"/>
              </a:rPr>
              <a:t>seguro</a:t>
            </a:r>
            <a:r>
              <a:rPr lang="en-US" sz="2400" dirty="0">
                <a:latin typeface="Helvetica Light"/>
              </a:rPr>
              <a:t> para </a:t>
            </a:r>
            <a:r>
              <a:rPr lang="en-US" sz="2400" dirty="0" err="1">
                <a:latin typeface="Helvetica Light"/>
              </a:rPr>
              <a:t>su</a:t>
            </a:r>
            <a:r>
              <a:rPr lang="en-US" sz="2400" dirty="0">
                <a:latin typeface="Helvetica Light"/>
              </a:rPr>
              <a:t> </a:t>
            </a:r>
            <a:r>
              <a:rPr lang="en-US" sz="2400" dirty="0" err="1">
                <a:latin typeface="Helvetica Light"/>
              </a:rPr>
              <a:t>vehículo</a:t>
            </a:r>
            <a:r>
              <a:rPr lang="en-US" sz="2400" dirty="0">
                <a:latin typeface="Helvetica Light"/>
              </a:rPr>
              <a:t>.</a:t>
            </a:r>
          </a:p>
          <a:p>
            <a:pPr marL="342900" indent="-342900">
              <a:lnSpc>
                <a:spcPct val="110000"/>
              </a:lnSpc>
              <a:buAutoNum type="arabicPeriod"/>
            </a:pPr>
            <a:r>
              <a:rPr lang="en-US" sz="2400" dirty="0" err="1">
                <a:latin typeface="Helvetica Light"/>
              </a:rPr>
              <a:t>Monitoreo</a:t>
            </a:r>
            <a:r>
              <a:rPr lang="en-US" sz="2400" dirty="0">
                <a:latin typeface="Helvetica Light"/>
              </a:rPr>
              <a:t> </a:t>
            </a:r>
            <a:r>
              <a:rPr lang="en-US" sz="2400" dirty="0" err="1">
                <a:latin typeface="Helvetica Light"/>
              </a:rPr>
              <a:t>constante</a:t>
            </a:r>
            <a:r>
              <a:rPr lang="en-US" sz="2400" dirty="0">
                <a:latin typeface="Helvetica Light"/>
              </a:rPr>
              <a:t> </a:t>
            </a:r>
            <a:r>
              <a:rPr lang="en-US" sz="2400" dirty="0" err="1">
                <a:latin typeface="Helvetica Light"/>
              </a:rPr>
              <a:t>apoyado</a:t>
            </a:r>
            <a:r>
              <a:rPr lang="en-US" sz="2400" dirty="0">
                <a:latin typeface="Helvetica Light"/>
              </a:rPr>
              <a:t> de </a:t>
            </a:r>
            <a:r>
              <a:rPr lang="en-US" sz="2400" dirty="0" err="1">
                <a:latin typeface="Helvetica Light"/>
              </a:rPr>
              <a:t>modelos</a:t>
            </a:r>
            <a:r>
              <a:rPr lang="en-US" sz="2400" dirty="0">
                <a:latin typeface="Helvetica Light"/>
              </a:rPr>
              <a:t> </a:t>
            </a:r>
            <a:r>
              <a:rPr lang="en-US" sz="2400" dirty="0" err="1">
                <a:latin typeface="Helvetica Light"/>
              </a:rPr>
              <a:t>predictivos</a:t>
            </a:r>
            <a:r>
              <a:rPr lang="en-US" sz="2400" dirty="0">
                <a:latin typeface="Helvetica Light"/>
              </a:rPr>
              <a:t> </a:t>
            </a:r>
            <a:r>
              <a:rPr lang="en-US" sz="2400" dirty="0" err="1">
                <a:latin typeface="Helvetica Light"/>
              </a:rPr>
              <a:t>como</a:t>
            </a:r>
            <a:r>
              <a:rPr lang="en-US" sz="2400" dirty="0">
                <a:latin typeface="Helvetica Light"/>
              </a:rPr>
              <a:t> </a:t>
            </a:r>
            <a:r>
              <a:rPr lang="en-US" sz="2400" dirty="0" err="1">
                <a:latin typeface="Helvetica Light"/>
              </a:rPr>
              <a:t>los</a:t>
            </a:r>
            <a:r>
              <a:rPr lang="en-US" sz="2400" dirty="0">
                <a:latin typeface="Helvetica Light"/>
              </a:rPr>
              <a:t> </a:t>
            </a:r>
            <a:r>
              <a:rPr lang="en-US" sz="2400" dirty="0" err="1">
                <a:latin typeface="Helvetica Light"/>
              </a:rPr>
              <a:t>usados</a:t>
            </a:r>
            <a:r>
              <a:rPr lang="en-US" sz="2400" dirty="0">
                <a:latin typeface="Helvetica Light"/>
              </a:rPr>
              <a:t> </a:t>
            </a:r>
            <a:r>
              <a:rPr lang="en-US" sz="2400" dirty="0" err="1">
                <a:latin typeface="Helvetica Light"/>
              </a:rPr>
              <a:t>en</a:t>
            </a:r>
            <a:r>
              <a:rPr lang="en-US" sz="2400" dirty="0">
                <a:latin typeface="Helvetica Light"/>
              </a:rPr>
              <a:t> </a:t>
            </a:r>
            <a:r>
              <a:rPr lang="en-US" sz="2400" dirty="0" err="1">
                <a:latin typeface="Helvetica Light"/>
              </a:rPr>
              <a:t>este</a:t>
            </a:r>
            <a:r>
              <a:rPr lang="en-US" sz="2400" dirty="0">
                <a:latin typeface="Helvetica Light"/>
              </a:rPr>
              <a:t> </a:t>
            </a:r>
            <a:r>
              <a:rPr lang="en-US" sz="2400" dirty="0" err="1">
                <a:latin typeface="Helvetica Light"/>
              </a:rPr>
              <a:t>proyecto</a:t>
            </a:r>
            <a:r>
              <a:rPr lang="en-US" sz="2400" dirty="0">
                <a:latin typeface="Helvetica Light"/>
              </a:rPr>
              <a:t>, con fin de </a:t>
            </a:r>
            <a:r>
              <a:rPr lang="en-US" sz="2400" dirty="0" err="1">
                <a:latin typeface="Helvetica Light"/>
              </a:rPr>
              <a:t>actualizar</a:t>
            </a:r>
            <a:r>
              <a:rPr lang="en-US" sz="2400" dirty="0">
                <a:latin typeface="Helvetica Light"/>
              </a:rPr>
              <a:t> de </a:t>
            </a:r>
            <a:r>
              <a:rPr lang="en-US" sz="2400" dirty="0" err="1">
                <a:latin typeface="Helvetica Light"/>
              </a:rPr>
              <a:t>manera</a:t>
            </a:r>
            <a:r>
              <a:rPr lang="en-US" sz="2400" dirty="0">
                <a:latin typeface="Helvetica Light"/>
              </a:rPr>
              <a:t> </a:t>
            </a:r>
            <a:r>
              <a:rPr lang="en-US" sz="2400" dirty="0" err="1">
                <a:latin typeface="Helvetica Light"/>
              </a:rPr>
              <a:t>periódica</a:t>
            </a:r>
            <a:r>
              <a:rPr lang="en-US" sz="2400" dirty="0">
                <a:latin typeface="Helvetica Light"/>
              </a:rPr>
              <a:t> </a:t>
            </a:r>
            <a:r>
              <a:rPr lang="en-US" sz="2400" dirty="0" err="1">
                <a:latin typeface="Helvetica Light"/>
              </a:rPr>
              <a:t>los</a:t>
            </a:r>
            <a:r>
              <a:rPr lang="en-US" sz="2400" dirty="0">
                <a:latin typeface="Helvetica Light"/>
              </a:rPr>
              <a:t> </a:t>
            </a:r>
            <a:r>
              <a:rPr lang="en-US" sz="2400" dirty="0" err="1">
                <a:latin typeface="Helvetica Light"/>
              </a:rPr>
              <a:t>cambios</a:t>
            </a:r>
            <a:r>
              <a:rPr lang="en-US" sz="2400" dirty="0">
                <a:latin typeface="Helvetica Light"/>
              </a:rPr>
              <a:t> </a:t>
            </a:r>
            <a:r>
              <a:rPr lang="en-US" sz="2400" dirty="0" err="1">
                <a:latin typeface="Helvetica Light"/>
              </a:rPr>
              <a:t>en</a:t>
            </a:r>
            <a:r>
              <a:rPr lang="en-US" sz="2400" dirty="0">
                <a:latin typeface="Helvetica Light"/>
              </a:rPr>
              <a:t> </a:t>
            </a:r>
            <a:r>
              <a:rPr lang="en-US" sz="2400" dirty="0" err="1">
                <a:latin typeface="Helvetica Light"/>
              </a:rPr>
              <a:t>los</a:t>
            </a:r>
            <a:r>
              <a:rPr lang="en-US" sz="2400" dirty="0">
                <a:latin typeface="Helvetica Light"/>
              </a:rPr>
              <a:t> </a:t>
            </a:r>
            <a:r>
              <a:rPr lang="en-US" sz="2400" dirty="0" err="1">
                <a:latin typeface="Helvetica Light"/>
              </a:rPr>
              <a:t>riesgos</a:t>
            </a:r>
            <a:r>
              <a:rPr lang="en-US" sz="2400" dirty="0">
                <a:latin typeface="Helvetica Light"/>
              </a:rPr>
              <a:t> </a:t>
            </a:r>
            <a:r>
              <a:rPr lang="en-US" sz="2400" dirty="0" err="1">
                <a:latin typeface="Helvetica Light"/>
              </a:rPr>
              <a:t>según</a:t>
            </a:r>
            <a:r>
              <a:rPr lang="en-US" sz="2400" dirty="0">
                <a:latin typeface="Helvetica Light"/>
              </a:rPr>
              <a:t> </a:t>
            </a:r>
            <a:r>
              <a:rPr lang="en-US" sz="2400" dirty="0" err="1">
                <a:latin typeface="Helvetica Light"/>
              </a:rPr>
              <a:t>el</a:t>
            </a:r>
            <a:r>
              <a:rPr lang="en-US" sz="2400" dirty="0">
                <a:latin typeface="Helvetica Light"/>
              </a:rPr>
              <a:t> </a:t>
            </a:r>
            <a:r>
              <a:rPr lang="en-US" sz="2400" dirty="0" err="1">
                <a:latin typeface="Helvetica Light"/>
              </a:rPr>
              <a:t>estado</a:t>
            </a:r>
            <a:r>
              <a:rPr lang="en-US" sz="2400" dirty="0">
                <a:latin typeface="Helvetica Light"/>
              </a:rPr>
              <a:t> y la </a:t>
            </a:r>
            <a:r>
              <a:rPr lang="en-US" sz="2400" dirty="0" err="1">
                <a:latin typeface="Helvetica Light"/>
              </a:rPr>
              <a:t>temporada</a:t>
            </a:r>
            <a:r>
              <a:rPr lang="en-US" sz="2400" dirty="0">
                <a:latin typeface="Helvetica Light"/>
              </a:rPr>
              <a:t> </a:t>
            </a:r>
            <a:r>
              <a:rPr lang="en-US" sz="2400" dirty="0" err="1">
                <a:latin typeface="Helvetica Light"/>
              </a:rPr>
              <a:t>en</a:t>
            </a:r>
            <a:r>
              <a:rPr lang="en-US" sz="2400" dirty="0">
                <a:latin typeface="Helvetica Light"/>
              </a:rPr>
              <a:t> la que se </a:t>
            </a:r>
            <a:r>
              <a:rPr lang="en-US" sz="2400" dirty="0" err="1">
                <a:latin typeface="Helvetica Light"/>
              </a:rPr>
              <a:t>encuentren</a:t>
            </a:r>
            <a:r>
              <a:rPr lang="en-US" sz="2400" dirty="0">
                <a:latin typeface="Helvetica Light"/>
              </a:rPr>
              <a:t> </a:t>
            </a:r>
            <a:r>
              <a:rPr lang="en-US" sz="2400" dirty="0" err="1">
                <a:latin typeface="Helvetica Light"/>
              </a:rPr>
              <a:t>debido</a:t>
            </a:r>
            <a:r>
              <a:rPr lang="en-US" sz="2400" dirty="0">
                <a:latin typeface="Helvetica Light"/>
              </a:rPr>
              <a:t> al </a:t>
            </a:r>
            <a:r>
              <a:rPr lang="en-US" sz="2400" dirty="0" err="1">
                <a:latin typeface="Helvetica Light"/>
              </a:rPr>
              <a:t>cambio</a:t>
            </a:r>
            <a:r>
              <a:rPr lang="en-US" sz="2400" dirty="0">
                <a:latin typeface="Helvetica Light"/>
              </a:rPr>
              <a:t> </a:t>
            </a:r>
            <a:r>
              <a:rPr lang="en-US" sz="2400" dirty="0" err="1">
                <a:latin typeface="Helvetica Light"/>
              </a:rPr>
              <a:t>frecuente</a:t>
            </a:r>
            <a:r>
              <a:rPr lang="en-US" sz="2400" dirty="0">
                <a:latin typeface="Helvetica Light"/>
              </a:rPr>
              <a:t> </a:t>
            </a:r>
            <a:r>
              <a:rPr lang="en-US" sz="2400" dirty="0" err="1">
                <a:latin typeface="Helvetica Light"/>
              </a:rPr>
              <a:t>en</a:t>
            </a:r>
            <a:r>
              <a:rPr lang="en-US" sz="2400" dirty="0">
                <a:latin typeface="Helvetica Light"/>
              </a:rPr>
              <a:t> las </a:t>
            </a:r>
            <a:r>
              <a:rPr lang="en-US" sz="2400" dirty="0" err="1">
                <a:latin typeface="Helvetica Light"/>
              </a:rPr>
              <a:t>tendencias</a:t>
            </a:r>
            <a:r>
              <a:rPr lang="en-US" sz="2400" dirty="0">
                <a:latin typeface="Helvetica Light"/>
              </a:rPr>
              <a:t> </a:t>
            </a:r>
            <a:r>
              <a:rPr lang="en-US" sz="2400" dirty="0" err="1">
                <a:latin typeface="Helvetica Light"/>
              </a:rPr>
              <a:t>delicitivas</a:t>
            </a:r>
            <a:r>
              <a:rPr lang="en-US" sz="2400" dirty="0">
                <a:latin typeface="Helvetica Light"/>
              </a:rPr>
              <a:t> y </a:t>
            </a:r>
            <a:r>
              <a:rPr lang="en-US" sz="2400" dirty="0" err="1">
                <a:latin typeface="Helvetica Light"/>
              </a:rPr>
              <a:t>formas</a:t>
            </a:r>
            <a:r>
              <a:rPr lang="en-US" sz="2400" dirty="0">
                <a:latin typeface="Helvetica Light"/>
              </a:rPr>
              <a:t> </a:t>
            </a:r>
            <a:r>
              <a:rPr lang="en-US" sz="2400" dirty="0" err="1">
                <a:latin typeface="Helvetica Light"/>
              </a:rPr>
              <a:t>en</a:t>
            </a:r>
            <a:r>
              <a:rPr lang="en-US" sz="2400" dirty="0">
                <a:latin typeface="Helvetica Light"/>
              </a:rPr>
              <a:t> las que </a:t>
            </a:r>
            <a:r>
              <a:rPr lang="en-US" sz="2400" dirty="0" err="1">
                <a:latin typeface="Helvetica Light"/>
              </a:rPr>
              <a:t>estas</a:t>
            </a:r>
            <a:r>
              <a:rPr lang="en-US" sz="2400" dirty="0">
                <a:latin typeface="Helvetica Light"/>
              </a:rPr>
              <a:t> se </a:t>
            </a:r>
            <a:r>
              <a:rPr lang="en-US" sz="2400" dirty="0" err="1">
                <a:latin typeface="Helvetica Light"/>
              </a:rPr>
              <a:t>desarrollan</a:t>
            </a:r>
            <a:r>
              <a:rPr lang="en-US" sz="2400" dirty="0">
                <a:latin typeface="Helvetica Light"/>
              </a:rPr>
              <a:t>, las </a:t>
            </a:r>
            <a:r>
              <a:rPr lang="en-US" sz="2400" dirty="0" err="1">
                <a:latin typeface="Helvetica Light"/>
              </a:rPr>
              <a:t>cuales</a:t>
            </a:r>
            <a:r>
              <a:rPr lang="en-US" sz="2400" dirty="0">
                <a:latin typeface="Helvetica Light"/>
              </a:rPr>
              <a:t> van </a:t>
            </a:r>
            <a:r>
              <a:rPr lang="en-US" sz="2400" dirty="0" err="1">
                <a:latin typeface="Helvetica Light"/>
              </a:rPr>
              <a:t>en</a:t>
            </a:r>
            <a:r>
              <a:rPr lang="en-US" sz="2400" dirty="0">
                <a:latin typeface="Helvetica Light"/>
              </a:rPr>
              <a:t> claro </a:t>
            </a:r>
            <a:r>
              <a:rPr lang="en-US" sz="2400" dirty="0" err="1">
                <a:latin typeface="Helvetica Light"/>
              </a:rPr>
              <a:t>aumento</a:t>
            </a:r>
            <a:r>
              <a:rPr lang="en-US" sz="2400" dirty="0">
                <a:latin typeface="Helvetica Light"/>
              </a:rPr>
              <a:t>.</a:t>
            </a:r>
          </a:p>
          <a:p>
            <a:pPr marL="342900" indent="-342900">
              <a:lnSpc>
                <a:spcPct val="110000"/>
              </a:lnSpc>
              <a:buAutoNum type="arabicPeriod"/>
            </a:pPr>
            <a:r>
              <a:rPr lang="en-US" sz="2400" dirty="0" err="1">
                <a:latin typeface="Helvetica Light"/>
              </a:rPr>
              <a:t>Resulta</a:t>
            </a:r>
            <a:r>
              <a:rPr lang="en-US" sz="2400" dirty="0">
                <a:latin typeface="Helvetica Light"/>
              </a:rPr>
              <a:t> ideal </a:t>
            </a:r>
            <a:r>
              <a:rPr lang="en-US" sz="2400" dirty="0" err="1">
                <a:latin typeface="Helvetica Light"/>
              </a:rPr>
              <a:t>realizar</a:t>
            </a:r>
            <a:r>
              <a:rPr lang="en-US" sz="2400" dirty="0">
                <a:latin typeface="Helvetica Light"/>
              </a:rPr>
              <a:t> </a:t>
            </a:r>
            <a:r>
              <a:rPr lang="en-US" sz="2400" dirty="0" err="1">
                <a:latin typeface="Helvetica Light"/>
              </a:rPr>
              <a:t>una</a:t>
            </a:r>
            <a:r>
              <a:rPr lang="en-US" sz="2400" dirty="0">
                <a:latin typeface="Helvetica Light"/>
              </a:rPr>
              <a:t> </a:t>
            </a:r>
            <a:r>
              <a:rPr lang="en-US" sz="2400" dirty="0" err="1">
                <a:latin typeface="Helvetica Light"/>
              </a:rPr>
              <a:t>colaboración</a:t>
            </a:r>
            <a:r>
              <a:rPr lang="en-US" sz="2400" dirty="0">
                <a:latin typeface="Helvetica Light"/>
              </a:rPr>
              <a:t> con las </a:t>
            </a:r>
            <a:r>
              <a:rPr lang="en-US" sz="2400" dirty="0" err="1">
                <a:latin typeface="Helvetica Light"/>
              </a:rPr>
              <a:t>autoridades</a:t>
            </a:r>
            <a:r>
              <a:rPr lang="en-US" sz="2400" dirty="0">
                <a:latin typeface="Helvetica Light"/>
              </a:rPr>
              <a:t> para </a:t>
            </a:r>
            <a:r>
              <a:rPr lang="en-US" sz="2400" dirty="0" err="1">
                <a:latin typeface="Helvetica Light"/>
              </a:rPr>
              <a:t>prestar</a:t>
            </a:r>
            <a:r>
              <a:rPr lang="en-US" sz="2400" dirty="0">
                <a:latin typeface="Helvetica Light"/>
              </a:rPr>
              <a:t> especial </a:t>
            </a:r>
            <a:r>
              <a:rPr lang="en-US" sz="2400" dirty="0" err="1">
                <a:latin typeface="Helvetica Light"/>
              </a:rPr>
              <a:t>atención</a:t>
            </a:r>
            <a:r>
              <a:rPr lang="en-US" sz="2400" dirty="0">
                <a:latin typeface="Helvetica Light"/>
              </a:rPr>
              <a:t> a </a:t>
            </a:r>
            <a:r>
              <a:rPr lang="en-US" sz="2400" dirty="0" err="1">
                <a:latin typeface="Helvetica Light"/>
              </a:rPr>
              <a:t>los</a:t>
            </a:r>
            <a:r>
              <a:rPr lang="en-US" sz="2400" dirty="0">
                <a:latin typeface="Helvetica Light"/>
              </a:rPr>
              <a:t> </a:t>
            </a:r>
            <a:r>
              <a:rPr lang="en-US" sz="2400" dirty="0" err="1">
                <a:latin typeface="Helvetica Light"/>
              </a:rPr>
              <a:t>resultados</a:t>
            </a:r>
            <a:r>
              <a:rPr lang="en-US" sz="2400" dirty="0">
                <a:latin typeface="Helvetica Light"/>
              </a:rPr>
              <a:t> de </a:t>
            </a:r>
            <a:r>
              <a:rPr lang="en-US" sz="2400" dirty="0" err="1">
                <a:latin typeface="Helvetica Light"/>
              </a:rPr>
              <a:t>los</a:t>
            </a:r>
            <a:r>
              <a:rPr lang="en-US" sz="2400" dirty="0">
                <a:latin typeface="Helvetica Light"/>
              </a:rPr>
              <a:t> </a:t>
            </a:r>
            <a:r>
              <a:rPr lang="en-US" sz="2400" dirty="0" err="1">
                <a:latin typeface="Helvetica Light"/>
              </a:rPr>
              <a:t>datos</a:t>
            </a:r>
            <a:r>
              <a:rPr lang="en-US" sz="2400" dirty="0">
                <a:latin typeface="Helvetica Light"/>
              </a:rPr>
              <a:t>, que </a:t>
            </a:r>
            <a:r>
              <a:rPr lang="en-US" sz="2400" dirty="0" err="1">
                <a:latin typeface="Helvetica Light"/>
              </a:rPr>
              <a:t>ayuden</a:t>
            </a:r>
            <a:r>
              <a:rPr lang="en-US" sz="2400" dirty="0">
                <a:latin typeface="Helvetica Light"/>
              </a:rPr>
              <a:t> a </a:t>
            </a:r>
            <a:r>
              <a:rPr lang="en-US" sz="2400" dirty="0" err="1">
                <a:latin typeface="Helvetica Light"/>
              </a:rPr>
              <a:t>generar</a:t>
            </a:r>
            <a:r>
              <a:rPr lang="en-US" sz="2400" dirty="0">
                <a:latin typeface="Helvetica Light"/>
              </a:rPr>
              <a:t> </a:t>
            </a:r>
            <a:r>
              <a:rPr lang="en-US" sz="2400" dirty="0" err="1">
                <a:latin typeface="Helvetica Light"/>
              </a:rPr>
              <a:t>campañas</a:t>
            </a:r>
            <a:r>
              <a:rPr lang="en-US" sz="2400" dirty="0">
                <a:latin typeface="Helvetica Light"/>
              </a:rPr>
              <a:t> de </a:t>
            </a:r>
            <a:r>
              <a:rPr lang="en-US" sz="2400" dirty="0" err="1">
                <a:latin typeface="Helvetica Light"/>
              </a:rPr>
              <a:t>prevención</a:t>
            </a:r>
            <a:r>
              <a:rPr lang="en-US" sz="2400" dirty="0">
                <a:latin typeface="Helvetica Light"/>
              </a:rPr>
              <a:t> contra </a:t>
            </a:r>
            <a:r>
              <a:rPr lang="en-US" sz="2400" dirty="0" err="1">
                <a:latin typeface="Helvetica Light"/>
              </a:rPr>
              <a:t>estos</a:t>
            </a:r>
            <a:r>
              <a:rPr lang="en-US" sz="2400" dirty="0">
                <a:latin typeface="Helvetica Light"/>
              </a:rPr>
              <a:t> </a:t>
            </a:r>
            <a:r>
              <a:rPr lang="en-US" sz="2400" dirty="0" err="1">
                <a:latin typeface="Helvetica Light"/>
              </a:rPr>
              <a:t>delitos</a:t>
            </a:r>
            <a:r>
              <a:rPr lang="en-US" sz="2400" dirty="0">
                <a:latin typeface="Helvetica Light"/>
              </a:rPr>
              <a:t> </a:t>
            </a:r>
            <a:r>
              <a:rPr lang="en-US" sz="2400" dirty="0" err="1">
                <a:latin typeface="Helvetica Light"/>
              </a:rPr>
              <a:t>en</a:t>
            </a:r>
            <a:r>
              <a:rPr lang="en-US" sz="2400" dirty="0">
                <a:latin typeface="Helvetica Light"/>
              </a:rPr>
              <a:t> las zonas </a:t>
            </a:r>
            <a:r>
              <a:rPr lang="en-US" sz="2400" dirty="0" err="1">
                <a:latin typeface="Helvetica Light"/>
              </a:rPr>
              <a:t>más</a:t>
            </a:r>
            <a:r>
              <a:rPr lang="en-US" sz="2400" dirty="0">
                <a:latin typeface="Helvetica Light"/>
              </a:rPr>
              <a:t> </a:t>
            </a:r>
            <a:r>
              <a:rPr lang="en-US" sz="2400" dirty="0" err="1">
                <a:latin typeface="Helvetica Light"/>
              </a:rPr>
              <a:t>afectadas</a:t>
            </a:r>
            <a:r>
              <a:rPr lang="en-US" sz="2400" dirty="0">
                <a:latin typeface="Helvetica Light"/>
              </a:rPr>
              <a:t> </a:t>
            </a:r>
            <a:r>
              <a:rPr lang="en-US" sz="2400" dirty="0" err="1">
                <a:latin typeface="Helvetica Light"/>
              </a:rPr>
              <a:t>como</a:t>
            </a:r>
            <a:r>
              <a:rPr lang="en-US" sz="2400" dirty="0">
                <a:latin typeface="Helvetica Light"/>
              </a:rPr>
              <a:t> lo son Baja California, Edo. México, y Jalisco.</a:t>
            </a:r>
          </a:p>
          <a:p>
            <a:pPr marL="342900" indent="-342900">
              <a:lnSpc>
                <a:spcPct val="110000"/>
              </a:lnSpc>
              <a:buAutoNum type="arabicPeriod"/>
            </a:pPr>
            <a:r>
              <a:rPr lang="en-US" sz="2400" dirty="0" err="1">
                <a:latin typeface="Helvetica Light"/>
              </a:rPr>
              <a:t>Ofrecer</a:t>
            </a:r>
            <a:r>
              <a:rPr lang="en-US" sz="2400" dirty="0">
                <a:latin typeface="Helvetica Light"/>
              </a:rPr>
              <a:t> </a:t>
            </a:r>
            <a:r>
              <a:rPr lang="en-US" sz="2400" dirty="0" err="1">
                <a:latin typeface="Helvetica Light"/>
              </a:rPr>
              <a:t>promociones</a:t>
            </a:r>
            <a:r>
              <a:rPr lang="en-US" sz="2400" dirty="0">
                <a:latin typeface="Helvetica Light"/>
              </a:rPr>
              <a:t> y </a:t>
            </a:r>
            <a:r>
              <a:rPr lang="en-US" sz="2400" dirty="0" err="1">
                <a:latin typeface="Helvetica Light"/>
              </a:rPr>
              <a:t>servicios</a:t>
            </a:r>
            <a:r>
              <a:rPr lang="en-US" sz="2400" dirty="0">
                <a:latin typeface="Helvetica Light"/>
              </a:rPr>
              <a:t> </a:t>
            </a:r>
            <a:r>
              <a:rPr lang="en-US" sz="2400" dirty="0" err="1">
                <a:latin typeface="Helvetica Light"/>
              </a:rPr>
              <a:t>adicionales</a:t>
            </a:r>
            <a:r>
              <a:rPr lang="en-US" sz="2400" dirty="0">
                <a:latin typeface="Helvetica Light"/>
              </a:rPr>
              <a:t> que incentive al </a:t>
            </a:r>
            <a:r>
              <a:rPr lang="en-US" sz="2400" dirty="0" err="1">
                <a:latin typeface="Helvetica Light"/>
              </a:rPr>
              <a:t>cliente</a:t>
            </a:r>
            <a:r>
              <a:rPr lang="en-US" sz="2400" dirty="0">
                <a:latin typeface="Helvetica Light"/>
              </a:rPr>
              <a:t> a </a:t>
            </a:r>
            <a:r>
              <a:rPr lang="en-US" sz="2400" dirty="0" err="1">
                <a:latin typeface="Helvetica Light"/>
              </a:rPr>
              <a:t>valorar</a:t>
            </a:r>
            <a:r>
              <a:rPr lang="en-US" sz="2400" dirty="0">
                <a:latin typeface="Helvetica Light"/>
              </a:rPr>
              <a:t> </a:t>
            </a:r>
            <a:r>
              <a:rPr lang="en-US" sz="2400" dirty="0" err="1">
                <a:latin typeface="Helvetica Light"/>
              </a:rPr>
              <a:t>porque</a:t>
            </a:r>
            <a:r>
              <a:rPr lang="en-US" sz="2400" dirty="0">
                <a:latin typeface="Helvetica Light"/>
              </a:rPr>
              <a:t> </a:t>
            </a:r>
            <a:r>
              <a:rPr lang="en-US" sz="2400" dirty="0" err="1">
                <a:latin typeface="Helvetica Light"/>
              </a:rPr>
              <a:t>esta</a:t>
            </a:r>
            <a:r>
              <a:rPr lang="en-US" sz="2400" dirty="0">
                <a:latin typeface="Helvetica Light"/>
              </a:rPr>
              <a:t> </a:t>
            </a:r>
            <a:r>
              <a:rPr lang="en-US" sz="2400" dirty="0" err="1">
                <a:latin typeface="Helvetica Light"/>
              </a:rPr>
              <a:t>empresa</a:t>
            </a:r>
            <a:r>
              <a:rPr lang="en-US" sz="2400" dirty="0">
                <a:latin typeface="Helvetica Light"/>
              </a:rPr>
              <a:t> </a:t>
            </a:r>
            <a:r>
              <a:rPr lang="en-US" sz="2400" dirty="0" err="1">
                <a:latin typeface="Helvetica Light"/>
              </a:rPr>
              <a:t>resutla</a:t>
            </a:r>
            <a:r>
              <a:rPr lang="en-US" sz="2400" dirty="0">
                <a:latin typeface="Helvetica Light"/>
              </a:rPr>
              <a:t> ser la major </a:t>
            </a:r>
            <a:r>
              <a:rPr lang="en-US" sz="2400" dirty="0" err="1">
                <a:latin typeface="Helvetica Light"/>
              </a:rPr>
              <a:t>opción</a:t>
            </a:r>
            <a:r>
              <a:rPr lang="en-US" sz="2400" dirty="0">
                <a:latin typeface="Helvetica Light"/>
              </a:rPr>
              <a:t> al </a:t>
            </a:r>
            <a:r>
              <a:rPr lang="en-US" sz="2400" dirty="0" err="1">
                <a:latin typeface="Helvetica Light"/>
              </a:rPr>
              <a:t>momento</a:t>
            </a:r>
            <a:r>
              <a:rPr lang="en-US" sz="2400" dirty="0">
                <a:latin typeface="Helvetica Light"/>
              </a:rPr>
              <a:t> de decider </a:t>
            </a:r>
            <a:r>
              <a:rPr lang="en-US" sz="2400" dirty="0" err="1">
                <a:latin typeface="Helvetica Light"/>
              </a:rPr>
              <a:t>adquirir</a:t>
            </a:r>
            <a:r>
              <a:rPr lang="en-US" sz="2400" dirty="0">
                <a:latin typeface="Helvetica Light"/>
              </a:rPr>
              <a:t> un </a:t>
            </a:r>
            <a:r>
              <a:rPr lang="en-US" sz="2400" dirty="0" err="1">
                <a:latin typeface="Helvetica Light"/>
              </a:rPr>
              <a:t>seguro</a:t>
            </a:r>
            <a:r>
              <a:rPr lang="en-US" sz="2400" dirty="0">
                <a:latin typeface="Helvetica Light"/>
              </a:rPr>
              <a:t> para </a:t>
            </a:r>
            <a:r>
              <a:rPr lang="en-US" sz="2400" dirty="0" err="1">
                <a:latin typeface="Helvetica Light"/>
              </a:rPr>
              <a:t>su</a:t>
            </a:r>
            <a:r>
              <a:rPr lang="en-US" sz="2400" dirty="0">
                <a:latin typeface="Helvetica Light"/>
              </a:rPr>
              <a:t> auto, con </a:t>
            </a:r>
            <a:r>
              <a:rPr lang="en-US" sz="2400" dirty="0" err="1">
                <a:latin typeface="Helvetica Light"/>
              </a:rPr>
              <a:t>posibles</a:t>
            </a:r>
            <a:r>
              <a:rPr lang="en-US" sz="2400" dirty="0">
                <a:latin typeface="Helvetica Light"/>
              </a:rPr>
              <a:t> </a:t>
            </a:r>
            <a:r>
              <a:rPr lang="en-US" sz="2400" dirty="0" err="1">
                <a:latin typeface="Helvetica Light"/>
              </a:rPr>
              <a:t>descuentos</a:t>
            </a:r>
            <a:r>
              <a:rPr lang="en-US" sz="2400" dirty="0">
                <a:latin typeface="Helvetica Light"/>
              </a:rPr>
              <a:t> y </a:t>
            </a:r>
            <a:r>
              <a:rPr lang="en-US" sz="2400" dirty="0" err="1">
                <a:latin typeface="Helvetica Light"/>
              </a:rPr>
              <a:t>medidas</a:t>
            </a:r>
            <a:r>
              <a:rPr lang="en-US" sz="2400" dirty="0">
                <a:latin typeface="Helvetica Light"/>
              </a:rPr>
              <a:t> </a:t>
            </a:r>
            <a:r>
              <a:rPr lang="en-US" sz="2400" dirty="0" err="1">
                <a:latin typeface="Helvetica Light"/>
              </a:rPr>
              <a:t>adicionales</a:t>
            </a:r>
            <a:r>
              <a:rPr lang="en-US" sz="2400" dirty="0">
                <a:latin typeface="Helvetica Light"/>
              </a:rPr>
              <a:t> que le motive a </a:t>
            </a:r>
            <a:r>
              <a:rPr lang="en-US" sz="2400" dirty="0" err="1">
                <a:latin typeface="Helvetica Light"/>
              </a:rPr>
              <a:t>convertirse</a:t>
            </a:r>
            <a:r>
              <a:rPr lang="en-US" sz="2400" dirty="0">
                <a:latin typeface="Helvetica Light"/>
              </a:rPr>
              <a:t> </a:t>
            </a:r>
            <a:r>
              <a:rPr lang="en-US" sz="2400" dirty="0" err="1">
                <a:latin typeface="Helvetica Light"/>
              </a:rPr>
              <a:t>en</a:t>
            </a:r>
            <a:r>
              <a:rPr lang="en-US" sz="2400" dirty="0">
                <a:latin typeface="Helvetica Light"/>
              </a:rPr>
              <a:t> </a:t>
            </a:r>
            <a:r>
              <a:rPr lang="en-US" sz="2400" dirty="0" err="1">
                <a:latin typeface="Helvetica Light"/>
              </a:rPr>
              <a:t>nuevos</a:t>
            </a:r>
            <a:r>
              <a:rPr lang="en-US" sz="2400" dirty="0">
                <a:latin typeface="Helvetica Light"/>
              </a:rPr>
              <a:t> </a:t>
            </a:r>
            <a:r>
              <a:rPr lang="en-US" sz="2400" dirty="0" err="1">
                <a:latin typeface="Helvetica Light"/>
              </a:rPr>
              <a:t>clientes</a:t>
            </a:r>
            <a:r>
              <a:rPr lang="en-US" sz="2400" dirty="0">
                <a:latin typeface="Helvetica Light"/>
              </a:rPr>
              <a:t>, o </a:t>
            </a:r>
            <a:r>
              <a:rPr lang="en-US" sz="2400" dirty="0" err="1">
                <a:latin typeface="Helvetica Light"/>
              </a:rPr>
              <a:t>en</a:t>
            </a:r>
            <a:r>
              <a:rPr lang="en-US" sz="2400" dirty="0">
                <a:latin typeface="Helvetica Light"/>
              </a:rPr>
              <a:t> dado </a:t>
            </a:r>
            <a:r>
              <a:rPr lang="en-US" sz="2400" dirty="0" err="1">
                <a:latin typeface="Helvetica Light"/>
              </a:rPr>
              <a:t>caso</a:t>
            </a:r>
            <a:r>
              <a:rPr lang="en-US" sz="2400" dirty="0">
                <a:latin typeface="Helvetica Light"/>
              </a:rPr>
              <a:t>, </a:t>
            </a:r>
            <a:r>
              <a:rPr lang="en-US" sz="2400" dirty="0" err="1">
                <a:latin typeface="Helvetica Light"/>
              </a:rPr>
              <a:t>mantenerlos</a:t>
            </a:r>
            <a:r>
              <a:rPr lang="en-US" sz="2400" dirty="0">
                <a:latin typeface="Helvetica Light"/>
              </a:rPr>
              <a:t>.</a:t>
            </a:r>
          </a:p>
          <a:p>
            <a:pPr>
              <a:lnSpc>
                <a:spcPct val="110000"/>
              </a:lnSpc>
            </a:pPr>
            <a:endParaRPr lang="es-MX" sz="1000" dirty="0"/>
          </a:p>
        </p:txBody>
      </p:sp>
      <p:sp>
        <p:nvSpPr>
          <p:cNvPr id="5" name="Título 1">
            <a:extLst>
              <a:ext uri="{FF2B5EF4-FFF2-40B4-BE49-F238E27FC236}">
                <a16:creationId xmlns:a16="http://schemas.microsoft.com/office/drawing/2014/main" id="{A49D326D-FB80-BE3E-D653-2DCDE2F5A3FC}"/>
              </a:ext>
            </a:extLst>
          </p:cNvPr>
          <p:cNvSpPr>
            <a:spLocks noGrp="1"/>
          </p:cNvSpPr>
          <p:nvPr>
            <p:ph type="title"/>
          </p:nvPr>
        </p:nvSpPr>
        <p:spPr>
          <a:xfrm>
            <a:off x="1332408" y="269441"/>
            <a:ext cx="5647510" cy="655845"/>
          </a:xfrm>
        </p:spPr>
        <p:txBody>
          <a:bodyPr vert="horz" lIns="91440" tIns="45720" rIns="91440" bIns="45720" rtlCol="0" anchor="t">
            <a:normAutofit/>
          </a:bodyPr>
          <a:lstStyle/>
          <a:p>
            <a:pPr algn="l"/>
            <a:r>
              <a:rPr lang="en-US" dirty="0" err="1">
                <a:effectLst>
                  <a:outerShdw blurRad="38100" dist="38100" dir="2700000" algn="tl">
                    <a:srgbClr val="000000">
                      <a:alpha val="43137"/>
                    </a:srgbClr>
                  </a:outerShdw>
                </a:effectLst>
                <a:latin typeface="Corbel" panose="020B0503020204020204" pitchFamily="34" charset="0"/>
              </a:rPr>
              <a:t>Recomendaciones</a:t>
            </a:r>
            <a:r>
              <a:rPr lang="en-US" dirty="0">
                <a:effectLst>
                  <a:outerShdw blurRad="38100" dist="38100" dir="2700000" algn="tl">
                    <a:srgbClr val="000000">
                      <a:alpha val="43137"/>
                    </a:srgbClr>
                  </a:outerShdw>
                </a:effectLst>
                <a:latin typeface="Corbel" panose="020B0503020204020204" pitchFamily="34" charset="0"/>
              </a:rPr>
              <a:t> </a:t>
            </a:r>
            <a:r>
              <a:rPr lang="en-US" dirty="0" err="1">
                <a:effectLst>
                  <a:outerShdw blurRad="38100" dist="38100" dir="2700000" algn="tl">
                    <a:srgbClr val="000000">
                      <a:alpha val="43137"/>
                    </a:srgbClr>
                  </a:outerShdw>
                </a:effectLst>
                <a:latin typeface="Corbel" panose="020B0503020204020204" pitchFamily="34" charset="0"/>
              </a:rPr>
              <a:t>adicionales</a:t>
            </a:r>
            <a:endParaRPr lang="en-US" dirty="0">
              <a:effectLst>
                <a:outerShdw blurRad="38100" dist="38100" dir="2700000" algn="tl">
                  <a:srgbClr val="000000">
                    <a:alpha val="43137"/>
                  </a:srgbClr>
                </a:outerShdw>
              </a:effectLst>
              <a:latin typeface="Corbel" panose="020B0503020204020204" pitchFamily="34" charset="0"/>
            </a:endParaRPr>
          </a:p>
        </p:txBody>
      </p:sp>
    </p:spTree>
    <p:extLst>
      <p:ext uri="{BB962C8B-B14F-4D97-AF65-F5344CB8AC3E}">
        <p14:creationId xmlns:p14="http://schemas.microsoft.com/office/powerpoint/2010/main" val="1045390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0" end="0"/>
                                            </p:txEl>
                                          </p:spTgt>
                                        </p:tgtEl>
                                      </p:cBhvr>
                                    </p:animEffect>
                                    <p:animScale>
                                      <p:cBhvr>
                                        <p:cTn id="7" dur="250" autoRev="1" fill="hold"/>
                                        <p:tgtEl>
                                          <p:spTgt spid="3">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3">
                                            <p:txEl>
                                              <p:pRg st="1" end="1"/>
                                            </p:txEl>
                                          </p:spTgt>
                                        </p:tgtEl>
                                      </p:cBhvr>
                                    </p:animEffect>
                                    <p:animScale>
                                      <p:cBhvr>
                                        <p:cTn id="12" dur="250" autoRev="1" fill="hold"/>
                                        <p:tgtEl>
                                          <p:spTgt spid="3">
                                            <p:txEl>
                                              <p:pRg st="1" end="1"/>
                                            </p:txEl>
                                          </p:spTgt>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500" tmFilter="0, 0; .2, .5; .8, .5; 1, 0"/>
                                        <p:tgtEl>
                                          <p:spTgt spid="3">
                                            <p:txEl>
                                              <p:pRg st="2" end="2"/>
                                            </p:txEl>
                                          </p:spTgt>
                                        </p:tgtEl>
                                      </p:cBhvr>
                                    </p:animEffect>
                                    <p:animScale>
                                      <p:cBhvr>
                                        <p:cTn id="17" dur="250" autoRev="1" fill="hold"/>
                                        <p:tgtEl>
                                          <p:spTgt spid="3">
                                            <p:txEl>
                                              <p:pRg st="2" end="2"/>
                                            </p:txEl>
                                          </p:spTgt>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nodeType="clickEffect">
                                  <p:stCondLst>
                                    <p:cond delay="0"/>
                                  </p:stCondLst>
                                  <p:childTnLst>
                                    <p:animEffect transition="out" filter="fade">
                                      <p:cBhvr>
                                        <p:cTn id="21" dur="500" tmFilter="0, 0; .2, .5; .8, .5; 1, 0"/>
                                        <p:tgtEl>
                                          <p:spTgt spid="3">
                                            <p:txEl>
                                              <p:pRg st="3" end="3"/>
                                            </p:txEl>
                                          </p:spTgt>
                                        </p:tgtEl>
                                      </p:cBhvr>
                                    </p:animEffect>
                                    <p:animScale>
                                      <p:cBhvr>
                                        <p:cTn id="22" dur="250" autoRev="1" fill="hold"/>
                                        <p:tgtEl>
                                          <p:spTgt spid="3">
                                            <p:txEl>
                                              <p:pRg st="3" end="3"/>
                                            </p:txEl>
                                          </p:spTgt>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nodeType="clickEffect">
                                  <p:stCondLst>
                                    <p:cond delay="0"/>
                                  </p:stCondLst>
                                  <p:childTnLst>
                                    <p:animEffect transition="out" filter="fade">
                                      <p:cBhvr>
                                        <p:cTn id="26" dur="500" tmFilter="0, 0; .2, .5; .8, .5; 1, 0"/>
                                        <p:tgtEl>
                                          <p:spTgt spid="3">
                                            <p:txEl>
                                              <p:pRg st="4" end="4"/>
                                            </p:txEl>
                                          </p:spTgt>
                                        </p:tgtEl>
                                      </p:cBhvr>
                                    </p:animEffect>
                                    <p:animScale>
                                      <p:cBhvr>
                                        <p:cTn id="27" dur="250" autoRev="1" fill="hold"/>
                                        <p:tgtEl>
                                          <p:spTgt spid="3">
                                            <p:txEl>
                                              <p:pRg st="4" end="4"/>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312B996-4696-3A16-9231-D5ABF083EC5F}"/>
              </a:ext>
            </a:extLst>
          </p:cNvPr>
          <p:cNvSpPr>
            <a:spLocks noGrp="1"/>
          </p:cNvSpPr>
          <p:nvPr>
            <p:ph idx="1"/>
          </p:nvPr>
        </p:nvSpPr>
        <p:spPr>
          <a:xfrm>
            <a:off x="1600200" y="1430111"/>
            <a:ext cx="8991600" cy="4399189"/>
          </a:xfrm>
        </p:spPr>
        <p:txBody>
          <a:bodyPr>
            <a:noAutofit/>
          </a:bodyPr>
          <a:lstStyle/>
          <a:p>
            <a:pPr marL="0" indent="0" algn="just">
              <a:buNone/>
            </a:pPr>
            <a:r>
              <a:rPr lang="es-MX" sz="1600" dirty="0">
                <a:latin typeface="Helvetica Light"/>
              </a:rPr>
              <a:t>Para finalizar, me gustaría realizar un enorme agradecimiento a los profesores que imparten la profesión de analista de datos, a los tutores que calificaron con retroalimentación cada una de mis prácticas, ayudándome a comprender mejor los temas vistos, y a EBAC por ser una segunda oportunidad para mi vida académica y laboral, en la cual tengo fe que gracias a sus enseñanzas podré prosperar con todos los conocimientos adquiridos a lo largo de un año de curso, pues gracias a todo el equipo que conforma la escuela, nació el deseo en mi de no dejar que termine aquí, sino continuar aprendiendo aún más, reforzando lo que ya sé, y volverme mejor y más capacitado para ser verdaderamente un analista de datos que destaque.</a:t>
            </a:r>
          </a:p>
          <a:p>
            <a:pPr marL="0" indent="0" algn="just">
              <a:buNone/>
            </a:pPr>
            <a:r>
              <a:rPr lang="es-MX" sz="1600" dirty="0">
                <a:latin typeface="Helvetica Light"/>
              </a:rPr>
              <a:t>Adicionalmente y no menos importante, agradezco a mi esposa por haberme apoyado y motivado en todas y cada una de las prácticas, por haber estado en todas las ocasiones en que sentí frustración y coraje por la dificultad de </a:t>
            </a:r>
            <a:r>
              <a:rPr lang="es-MX" sz="1600">
                <a:latin typeface="Helvetica Light"/>
              </a:rPr>
              <a:t>las tareas, y </a:t>
            </a:r>
            <a:r>
              <a:rPr lang="es-MX" sz="1600" dirty="0">
                <a:latin typeface="Helvetica Light"/>
              </a:rPr>
              <a:t>todas esas veces en las que llegué a sentir que esto no era para mí, por motivarme a lidiar con todos los desafíos que conlleva haber aprendido todo lo que la carrera me enseñó, este logro no es sólo mío, es de ella también.</a:t>
            </a:r>
          </a:p>
        </p:txBody>
      </p:sp>
      <p:sp>
        <p:nvSpPr>
          <p:cNvPr id="6" name="Título 1">
            <a:extLst>
              <a:ext uri="{FF2B5EF4-FFF2-40B4-BE49-F238E27FC236}">
                <a16:creationId xmlns:a16="http://schemas.microsoft.com/office/drawing/2014/main" id="{93743E3E-D6EF-280E-3CAB-997FCF62C838}"/>
              </a:ext>
            </a:extLst>
          </p:cNvPr>
          <p:cNvSpPr txBox="1">
            <a:spLocks/>
          </p:cNvSpPr>
          <p:nvPr/>
        </p:nvSpPr>
        <p:spPr>
          <a:xfrm>
            <a:off x="1684834" y="675594"/>
            <a:ext cx="2934792" cy="553811"/>
          </a:xfrm>
          <a:prstGeom prst="rect">
            <a:avLst/>
          </a:prstGeom>
        </p:spPr>
        <p:style>
          <a:lnRef idx="0">
            <a:schemeClr val="accent2"/>
          </a:lnRef>
          <a:fillRef idx="3">
            <a:schemeClr val="accent2"/>
          </a:fillRef>
          <a:effectRef idx="3">
            <a:schemeClr val="accent2"/>
          </a:effectRef>
          <a:fontRef idx="minor">
            <a:schemeClr val="lt1"/>
          </a:fontRef>
        </p:style>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ctr"/>
            <a:r>
              <a:rPr lang="en-US" sz="2800" dirty="0" err="1">
                <a:effectLst>
                  <a:outerShdw blurRad="38100" dist="38100" dir="2700000" algn="tl">
                    <a:srgbClr val="000000">
                      <a:alpha val="43137"/>
                    </a:srgbClr>
                  </a:outerShdw>
                </a:effectLst>
                <a:latin typeface="Corbel" panose="020B0503020204020204" pitchFamily="34" charset="0"/>
                <a:cs typeface="Corsiva Hebrew"/>
              </a:rPr>
              <a:t>Agradecimientos</a:t>
            </a:r>
            <a:endParaRPr lang="en-US" sz="2800" dirty="0">
              <a:effectLst>
                <a:outerShdw blurRad="38100" dist="38100" dir="2700000" algn="tl">
                  <a:srgbClr val="000000">
                    <a:alpha val="43137"/>
                  </a:srgbClr>
                </a:outerShdw>
              </a:effectLst>
              <a:latin typeface="Corbel" panose="020B0503020204020204" pitchFamily="34" charset="0"/>
              <a:cs typeface="Corsiva Hebrew"/>
            </a:endParaRPr>
          </a:p>
        </p:txBody>
      </p:sp>
    </p:spTree>
    <p:extLst>
      <p:ext uri="{BB962C8B-B14F-4D97-AF65-F5344CB8AC3E}">
        <p14:creationId xmlns:p14="http://schemas.microsoft.com/office/powerpoint/2010/main" val="746547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Madison</Template>
  <TotalTime>912</TotalTime>
  <Words>3365</Words>
  <Application>Microsoft Office PowerPoint</Application>
  <PresentationFormat>Panorámica</PresentationFormat>
  <Paragraphs>133</Paragraphs>
  <Slides>28</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28</vt:i4>
      </vt:variant>
    </vt:vector>
  </HeadingPairs>
  <TitlesOfParts>
    <vt:vector size="36" baseType="lpstr">
      <vt:lpstr>Arial</vt:lpstr>
      <vt:lpstr>Corbel</vt:lpstr>
      <vt:lpstr>Corsiva Hebrew</vt:lpstr>
      <vt:lpstr>Helvetica Light</vt:lpstr>
      <vt:lpstr>MS Shell Dlg 2</vt:lpstr>
      <vt:lpstr>Wingdings</vt:lpstr>
      <vt:lpstr>Wingdings 3</vt:lpstr>
      <vt:lpstr>Madison</vt:lpstr>
      <vt:lpstr>Proyecto final: Analista De Datos</vt:lpstr>
      <vt:lpstr>Introducción: Contexto del proyecto</vt:lpstr>
      <vt:lpstr>Cómo la incidencia de delitos influye en el factor de riesgo en las polizas de seguro?</vt:lpstr>
      <vt:lpstr>Descarga y creación de la base de datos</vt:lpstr>
      <vt:lpstr>Diagrama de la base de datos generada</vt:lpstr>
      <vt:lpstr>Presentación de PowerPoint</vt:lpstr>
      <vt:lpstr>Presentación de PowerPoint</vt:lpstr>
      <vt:lpstr>Consultas relevantes para valoración</vt:lpstr>
      <vt:lpstr>Presentación de PowerPoint</vt:lpstr>
      <vt:lpstr>Limpieza y transformación de los datos</vt:lpstr>
      <vt:lpstr>Presentación de PowerPoint</vt:lpstr>
      <vt:lpstr>Visualizaciones gráficas en Looker Studio</vt:lpstr>
      <vt:lpstr>Presentación de PowerPoint</vt:lpstr>
      <vt:lpstr>Presentación de PowerPoint</vt:lpstr>
      <vt:lpstr>Presentación de PowerPoint</vt:lpstr>
      <vt:lpstr>Análisis de series de tiempo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Conclusiones generales</vt:lpstr>
      <vt:lpstr>Recomendaciones adicionales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Bryan Coronado</dc:creator>
  <cp:lastModifiedBy>Bryan Coronado</cp:lastModifiedBy>
  <cp:revision>2</cp:revision>
  <dcterms:created xsi:type="dcterms:W3CDTF">2025-08-13T18:35:26Z</dcterms:created>
  <dcterms:modified xsi:type="dcterms:W3CDTF">2025-08-15T01:15:38Z</dcterms:modified>
</cp:coreProperties>
</file>